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01" r:id="rId3"/>
    <p:sldId id="302" r:id="rId4"/>
    <p:sldId id="289" r:id="rId5"/>
    <p:sldId id="290" r:id="rId6"/>
    <p:sldId id="291" r:id="rId7"/>
    <p:sldId id="292" r:id="rId8"/>
    <p:sldId id="293" r:id="rId9"/>
    <p:sldId id="294" r:id="rId10"/>
    <p:sldId id="295" r:id="rId11"/>
    <p:sldId id="296" r:id="rId12"/>
    <p:sldId id="297" r:id="rId13"/>
    <p:sldId id="298" r:id="rId14"/>
    <p:sldId id="299" r:id="rId15"/>
    <p:sldId id="2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C4B"/>
    <a:srgbClr val="BA2055"/>
    <a:srgbClr val="BD1F50"/>
    <a:srgbClr val="FFFFFF"/>
    <a:srgbClr val="2D465B"/>
    <a:srgbClr val="BD1F55"/>
    <a:srgbClr val="7F7F7F"/>
    <a:srgbClr val="ECEED2"/>
    <a:srgbClr val="FED843"/>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18F748-185A-3DB3-21CE-ED0A27F4E351}" v="6" dt="2025-12-25T17:07:18.540"/>
    <p1510:client id="{A56AE7CC-96E1-1DBB-1463-B2B52B89EC96}" v="12" dt="2025-12-25T17:08:28.8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466978-2225-4527-91F6-1ED874B2F5F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D2EF99D-5CC6-402E-81DD-22ACBA2C7AB6}">
      <dgm:prSet/>
      <dgm:spPr/>
      <dgm:t>
        <a:bodyPr/>
        <a:lstStyle/>
        <a:p>
          <a:pPr>
            <a:lnSpc>
              <a:spcPct val="100000"/>
            </a:lnSpc>
          </a:pPr>
          <a:r>
            <a:rPr lang="en-IN"/>
            <a:t>The system uses </a:t>
          </a:r>
          <a:r>
            <a:rPr lang="en-IN" b="1"/>
            <a:t>pre‑collected student photos</a:t>
          </a:r>
          <a:r>
            <a:rPr lang="en-IN"/>
            <a:t> (4–5 images per student) as the dataset.</a:t>
          </a:r>
          <a:endParaRPr lang="en-US"/>
        </a:p>
      </dgm:t>
    </dgm:pt>
    <dgm:pt modelId="{F4EF60DE-72A4-4209-9A2A-DF3F0E8D82E1}" type="parTrans" cxnId="{DBD9D9CB-CAF3-4503-A265-598A658C32E1}">
      <dgm:prSet/>
      <dgm:spPr/>
      <dgm:t>
        <a:bodyPr/>
        <a:lstStyle/>
        <a:p>
          <a:endParaRPr lang="en-US" sz="1400"/>
        </a:p>
      </dgm:t>
    </dgm:pt>
    <dgm:pt modelId="{5D6164AC-5197-42AE-BD8D-47A07BA2109F}" type="sibTrans" cxnId="{DBD9D9CB-CAF3-4503-A265-598A658C32E1}">
      <dgm:prSet/>
      <dgm:spPr/>
      <dgm:t>
        <a:bodyPr/>
        <a:lstStyle/>
        <a:p>
          <a:endParaRPr lang="en-US"/>
        </a:p>
      </dgm:t>
    </dgm:pt>
    <dgm:pt modelId="{F5EDA54D-0619-487C-AB13-65119573DA24}">
      <dgm:prSet/>
      <dgm:spPr/>
      <dgm:t>
        <a:bodyPr/>
        <a:lstStyle/>
        <a:p>
          <a:pPr>
            <a:lnSpc>
              <a:spcPct val="100000"/>
            </a:lnSpc>
          </a:pPr>
          <a:r>
            <a:rPr lang="en-IN"/>
            <a:t>These photos are used to </a:t>
          </a:r>
          <a:r>
            <a:rPr lang="en-IN" b="1"/>
            <a:t>train the recognition model</a:t>
          </a:r>
          <a:r>
            <a:rPr lang="en-IN"/>
            <a:t>.</a:t>
          </a:r>
          <a:endParaRPr lang="en-US"/>
        </a:p>
      </dgm:t>
    </dgm:pt>
    <dgm:pt modelId="{390642F6-8B24-4BD9-8005-AC3567406DAD}" type="parTrans" cxnId="{7087D7F6-DEB2-48E9-807D-351E9EFA3C46}">
      <dgm:prSet/>
      <dgm:spPr/>
      <dgm:t>
        <a:bodyPr/>
        <a:lstStyle/>
        <a:p>
          <a:endParaRPr lang="en-US" sz="1400"/>
        </a:p>
      </dgm:t>
    </dgm:pt>
    <dgm:pt modelId="{6989BD68-FA2B-4113-9095-0F3FC17ED417}" type="sibTrans" cxnId="{7087D7F6-DEB2-48E9-807D-351E9EFA3C46}">
      <dgm:prSet/>
      <dgm:spPr/>
      <dgm:t>
        <a:bodyPr/>
        <a:lstStyle/>
        <a:p>
          <a:endParaRPr lang="en-US"/>
        </a:p>
      </dgm:t>
    </dgm:pt>
    <dgm:pt modelId="{5EA71C2E-0F30-474E-8BBD-B33F8CA1EA1B}">
      <dgm:prSet/>
      <dgm:spPr/>
      <dgm:t>
        <a:bodyPr/>
        <a:lstStyle/>
        <a:p>
          <a:pPr>
            <a:lnSpc>
              <a:spcPct val="100000"/>
            </a:lnSpc>
          </a:pPr>
          <a:r>
            <a:rPr lang="en-IN" b="1"/>
            <a:t>Haar Cascade algorithm</a:t>
          </a:r>
          <a:r>
            <a:rPr lang="en-IN"/>
            <a:t> is applied to detect faces in the images.</a:t>
          </a:r>
          <a:endParaRPr lang="en-US"/>
        </a:p>
      </dgm:t>
    </dgm:pt>
    <dgm:pt modelId="{5E854ACC-C3A9-48C8-9422-8A237A57C68C}" type="parTrans" cxnId="{DF956290-2591-4DEC-8104-CFD06DD9E90E}">
      <dgm:prSet/>
      <dgm:spPr/>
      <dgm:t>
        <a:bodyPr/>
        <a:lstStyle/>
        <a:p>
          <a:endParaRPr lang="en-US" sz="1400"/>
        </a:p>
      </dgm:t>
    </dgm:pt>
    <dgm:pt modelId="{3C1FD589-4DE9-4EA2-88BC-85082B549821}" type="sibTrans" cxnId="{DF956290-2591-4DEC-8104-CFD06DD9E90E}">
      <dgm:prSet/>
      <dgm:spPr/>
      <dgm:t>
        <a:bodyPr/>
        <a:lstStyle/>
        <a:p>
          <a:endParaRPr lang="en-US"/>
        </a:p>
      </dgm:t>
    </dgm:pt>
    <dgm:pt modelId="{F630732D-BB49-481A-B945-0C12EE1383AA}">
      <dgm:prSet/>
      <dgm:spPr/>
      <dgm:t>
        <a:bodyPr/>
        <a:lstStyle/>
        <a:p>
          <a:pPr>
            <a:lnSpc>
              <a:spcPct val="100000"/>
            </a:lnSpc>
          </a:pPr>
          <a:r>
            <a:rPr lang="en-IN" b="1"/>
            <a:t>LBPH (Local Binary Pattern Histogram)</a:t>
          </a:r>
          <a:r>
            <a:rPr lang="en-IN"/>
            <a:t> algorithm is used to recognize which student the face belongs to.</a:t>
          </a:r>
          <a:endParaRPr lang="en-US"/>
        </a:p>
      </dgm:t>
    </dgm:pt>
    <dgm:pt modelId="{D8087657-B6A1-4CEB-8620-239411B48C77}" type="parTrans" cxnId="{32AD41CA-52B7-4AF4-B940-47484F02529E}">
      <dgm:prSet/>
      <dgm:spPr/>
      <dgm:t>
        <a:bodyPr/>
        <a:lstStyle/>
        <a:p>
          <a:endParaRPr lang="en-US" sz="1400"/>
        </a:p>
      </dgm:t>
    </dgm:pt>
    <dgm:pt modelId="{343D4F57-AA9E-4356-89A6-41892A0C669D}" type="sibTrans" cxnId="{32AD41CA-52B7-4AF4-B940-47484F02529E}">
      <dgm:prSet/>
      <dgm:spPr/>
      <dgm:t>
        <a:bodyPr/>
        <a:lstStyle/>
        <a:p>
          <a:endParaRPr lang="en-US"/>
        </a:p>
      </dgm:t>
    </dgm:pt>
    <dgm:pt modelId="{5E4B3E6B-3F85-4672-9973-BDA49F328FFB}">
      <dgm:prSet/>
      <dgm:spPr/>
      <dgm:t>
        <a:bodyPr/>
        <a:lstStyle/>
        <a:p>
          <a:pPr>
            <a:lnSpc>
              <a:spcPct val="100000"/>
            </a:lnSpc>
          </a:pPr>
          <a:r>
            <a:rPr lang="en-IN"/>
            <a:t>During testing, a single photo of a student is given, and the system matches it against the dataset.</a:t>
          </a:r>
          <a:endParaRPr lang="en-US"/>
        </a:p>
      </dgm:t>
    </dgm:pt>
    <dgm:pt modelId="{A835F3C4-922F-4CA8-8B37-87E54B0F3AD6}" type="parTrans" cxnId="{C2C2BDE8-A7C5-4A12-86AA-0BF00FE4FAE0}">
      <dgm:prSet/>
      <dgm:spPr/>
      <dgm:t>
        <a:bodyPr/>
        <a:lstStyle/>
        <a:p>
          <a:endParaRPr lang="en-US" sz="1400"/>
        </a:p>
      </dgm:t>
    </dgm:pt>
    <dgm:pt modelId="{86A17238-E4B1-4161-B4BF-6E7A947D39C2}" type="sibTrans" cxnId="{C2C2BDE8-A7C5-4A12-86AA-0BF00FE4FAE0}">
      <dgm:prSet/>
      <dgm:spPr/>
      <dgm:t>
        <a:bodyPr/>
        <a:lstStyle/>
        <a:p>
          <a:endParaRPr lang="en-US"/>
        </a:p>
      </dgm:t>
    </dgm:pt>
    <dgm:pt modelId="{9640FE78-302C-4475-8BAC-E85BD3EB43BD}">
      <dgm:prSet/>
      <dgm:spPr/>
      <dgm:t>
        <a:bodyPr/>
        <a:lstStyle/>
        <a:p>
          <a:pPr>
            <a:lnSpc>
              <a:spcPct val="100000"/>
            </a:lnSpc>
          </a:pPr>
          <a:r>
            <a:rPr lang="en-IN"/>
            <a:t>If recognized, the student’s </a:t>
          </a:r>
          <a:r>
            <a:rPr lang="en-IN" b="1"/>
            <a:t>name, date, and time</a:t>
          </a:r>
          <a:r>
            <a:rPr lang="en-IN"/>
            <a:t> are automatically saved in a CSV file as attendance.</a:t>
          </a:r>
          <a:endParaRPr lang="en-US"/>
        </a:p>
      </dgm:t>
    </dgm:pt>
    <dgm:pt modelId="{C8161FC7-8E6B-4966-99B3-EA27515B1034}" type="parTrans" cxnId="{B8AA5B00-59AF-42AC-A04F-0FAA6E5FE030}">
      <dgm:prSet/>
      <dgm:spPr/>
      <dgm:t>
        <a:bodyPr/>
        <a:lstStyle/>
        <a:p>
          <a:endParaRPr lang="en-US" sz="1400"/>
        </a:p>
      </dgm:t>
    </dgm:pt>
    <dgm:pt modelId="{CFF2CC17-BD26-4C0D-8087-8542D5FED5D3}" type="sibTrans" cxnId="{B8AA5B00-59AF-42AC-A04F-0FAA6E5FE030}">
      <dgm:prSet/>
      <dgm:spPr/>
      <dgm:t>
        <a:bodyPr/>
        <a:lstStyle/>
        <a:p>
          <a:endParaRPr lang="en-US"/>
        </a:p>
      </dgm:t>
    </dgm:pt>
    <dgm:pt modelId="{F87A8188-860B-41DB-84B5-1994AEB483DD}">
      <dgm:prSet/>
      <dgm:spPr/>
      <dgm:t>
        <a:bodyPr/>
        <a:lstStyle/>
        <a:p>
          <a:pPr>
            <a:lnSpc>
              <a:spcPct val="100000"/>
            </a:lnSpc>
          </a:pPr>
          <a:r>
            <a:rPr lang="en-IN"/>
            <a:t>Provides a </a:t>
          </a:r>
          <a:r>
            <a:rPr lang="en-IN" b="1"/>
            <a:t>low‑cost, contactless, and reliable solution</a:t>
          </a:r>
          <a:r>
            <a:rPr lang="en-IN"/>
            <a:t> that avoids proxy attendance and reduces manual effort.</a:t>
          </a:r>
          <a:endParaRPr lang="en-US"/>
        </a:p>
      </dgm:t>
    </dgm:pt>
    <dgm:pt modelId="{33B38045-6DA2-4DB2-A026-CEC2DB5F09ED}" type="parTrans" cxnId="{E88C5020-C0DE-4447-921B-5110C9CF7377}">
      <dgm:prSet/>
      <dgm:spPr/>
      <dgm:t>
        <a:bodyPr/>
        <a:lstStyle/>
        <a:p>
          <a:endParaRPr lang="en-US" sz="1400"/>
        </a:p>
      </dgm:t>
    </dgm:pt>
    <dgm:pt modelId="{755AA3D1-8DEC-4765-8C89-C8C1F3AEB20E}" type="sibTrans" cxnId="{E88C5020-C0DE-4447-921B-5110C9CF7377}">
      <dgm:prSet/>
      <dgm:spPr/>
      <dgm:t>
        <a:bodyPr/>
        <a:lstStyle/>
        <a:p>
          <a:endParaRPr lang="en-US"/>
        </a:p>
      </dgm:t>
    </dgm:pt>
    <dgm:pt modelId="{55B99BF4-A6DB-4872-8A75-3ACA1CD6DB8D}" type="pres">
      <dgm:prSet presAssocID="{FF466978-2225-4527-91F6-1ED874B2F5F8}" presName="root" presStyleCnt="0">
        <dgm:presLayoutVars>
          <dgm:dir/>
          <dgm:resizeHandles val="exact"/>
        </dgm:presLayoutVars>
      </dgm:prSet>
      <dgm:spPr/>
    </dgm:pt>
    <dgm:pt modelId="{E3D8F9F9-1620-457A-AA0C-72CBD861ABB2}" type="pres">
      <dgm:prSet presAssocID="{5D2EF99D-5CC6-402E-81DD-22ACBA2C7AB6}" presName="compNode" presStyleCnt="0"/>
      <dgm:spPr/>
    </dgm:pt>
    <dgm:pt modelId="{923DDF70-54A0-4948-BC90-C58E010E7597}" type="pres">
      <dgm:prSet presAssocID="{5D2EF99D-5CC6-402E-81DD-22ACBA2C7AB6}" presName="bgRect" presStyleLbl="bgShp" presStyleIdx="0" presStyleCnt="7"/>
      <dgm:spPr/>
    </dgm:pt>
    <dgm:pt modelId="{778B3163-D2A4-4C7E-8F80-F8615409A5F6}" type="pres">
      <dgm:prSet presAssocID="{5D2EF99D-5CC6-402E-81DD-22ACBA2C7AB6}"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Image"/>
        </a:ext>
      </dgm:extLst>
    </dgm:pt>
    <dgm:pt modelId="{94A25914-6CC9-4AEF-AD84-7C404A8EFF2B}" type="pres">
      <dgm:prSet presAssocID="{5D2EF99D-5CC6-402E-81DD-22ACBA2C7AB6}" presName="spaceRect" presStyleCnt="0"/>
      <dgm:spPr/>
    </dgm:pt>
    <dgm:pt modelId="{1B8E48C1-15DD-4BF5-A79C-E43C20ECE41F}" type="pres">
      <dgm:prSet presAssocID="{5D2EF99D-5CC6-402E-81DD-22ACBA2C7AB6}" presName="parTx" presStyleLbl="revTx" presStyleIdx="0" presStyleCnt="7">
        <dgm:presLayoutVars>
          <dgm:chMax val="0"/>
          <dgm:chPref val="0"/>
        </dgm:presLayoutVars>
      </dgm:prSet>
      <dgm:spPr/>
    </dgm:pt>
    <dgm:pt modelId="{906F0DA8-48CE-4CFD-BE13-E3DC63424ADB}" type="pres">
      <dgm:prSet presAssocID="{5D6164AC-5197-42AE-BD8D-47A07BA2109F}" presName="sibTrans" presStyleCnt="0"/>
      <dgm:spPr/>
    </dgm:pt>
    <dgm:pt modelId="{6751FFB2-C585-416F-99AA-AF9737177773}" type="pres">
      <dgm:prSet presAssocID="{F5EDA54D-0619-487C-AB13-65119573DA24}" presName="compNode" presStyleCnt="0"/>
      <dgm:spPr/>
    </dgm:pt>
    <dgm:pt modelId="{42266C14-9CAF-479A-BB3D-8C3A944FBA1E}" type="pres">
      <dgm:prSet presAssocID="{F5EDA54D-0619-487C-AB13-65119573DA24}" presName="bgRect" presStyleLbl="bgShp" presStyleIdx="1" presStyleCnt="7"/>
      <dgm:spPr/>
    </dgm:pt>
    <dgm:pt modelId="{FDD1A632-DC7B-4256-93C4-312024D60410}" type="pres">
      <dgm:prSet presAssocID="{F5EDA54D-0619-487C-AB13-65119573DA24}"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ain"/>
        </a:ext>
      </dgm:extLst>
    </dgm:pt>
    <dgm:pt modelId="{9A5948FF-0453-47B0-AFCA-1F9C1BA0E423}" type="pres">
      <dgm:prSet presAssocID="{F5EDA54D-0619-487C-AB13-65119573DA24}" presName="spaceRect" presStyleCnt="0"/>
      <dgm:spPr/>
    </dgm:pt>
    <dgm:pt modelId="{C6607FA0-04DA-419D-AF1E-B39C36E96462}" type="pres">
      <dgm:prSet presAssocID="{F5EDA54D-0619-487C-AB13-65119573DA24}" presName="parTx" presStyleLbl="revTx" presStyleIdx="1" presStyleCnt="7">
        <dgm:presLayoutVars>
          <dgm:chMax val="0"/>
          <dgm:chPref val="0"/>
        </dgm:presLayoutVars>
      </dgm:prSet>
      <dgm:spPr/>
    </dgm:pt>
    <dgm:pt modelId="{5849E839-3B66-426B-842B-C9955A9AFA93}" type="pres">
      <dgm:prSet presAssocID="{6989BD68-FA2B-4113-9095-0F3FC17ED417}" presName="sibTrans" presStyleCnt="0"/>
      <dgm:spPr/>
    </dgm:pt>
    <dgm:pt modelId="{D2A55F1C-F066-45AF-A3B4-C52144754864}" type="pres">
      <dgm:prSet presAssocID="{5EA71C2E-0F30-474E-8BBD-B33F8CA1EA1B}" presName="compNode" presStyleCnt="0"/>
      <dgm:spPr/>
    </dgm:pt>
    <dgm:pt modelId="{A54015B5-C1A6-40F6-BD77-4265A335FA7F}" type="pres">
      <dgm:prSet presAssocID="{5EA71C2E-0F30-474E-8BBD-B33F8CA1EA1B}" presName="bgRect" presStyleLbl="bgShp" presStyleIdx="2" presStyleCnt="7"/>
      <dgm:spPr/>
    </dgm:pt>
    <dgm:pt modelId="{CAF42971-94D4-4432-AA11-A635B748E197}" type="pres">
      <dgm:prSet presAssocID="{5EA71C2E-0F30-474E-8BBD-B33F8CA1EA1B}"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canner"/>
        </a:ext>
      </dgm:extLst>
    </dgm:pt>
    <dgm:pt modelId="{F04A85B9-B041-4045-8860-364D7B1C4652}" type="pres">
      <dgm:prSet presAssocID="{5EA71C2E-0F30-474E-8BBD-B33F8CA1EA1B}" presName="spaceRect" presStyleCnt="0"/>
      <dgm:spPr/>
    </dgm:pt>
    <dgm:pt modelId="{531D1A19-08BE-47B6-935B-ED18B242368F}" type="pres">
      <dgm:prSet presAssocID="{5EA71C2E-0F30-474E-8BBD-B33F8CA1EA1B}" presName="parTx" presStyleLbl="revTx" presStyleIdx="2" presStyleCnt="7">
        <dgm:presLayoutVars>
          <dgm:chMax val="0"/>
          <dgm:chPref val="0"/>
        </dgm:presLayoutVars>
      </dgm:prSet>
      <dgm:spPr/>
    </dgm:pt>
    <dgm:pt modelId="{E98BEB72-D1AA-4573-BF4D-BFDB454E0BB4}" type="pres">
      <dgm:prSet presAssocID="{3C1FD589-4DE9-4EA2-88BC-85082B549821}" presName="sibTrans" presStyleCnt="0"/>
      <dgm:spPr/>
    </dgm:pt>
    <dgm:pt modelId="{D9FE0615-C1C2-4ACA-B07C-F1001FA27522}" type="pres">
      <dgm:prSet presAssocID="{F630732D-BB49-481A-B945-0C12EE1383AA}" presName="compNode" presStyleCnt="0"/>
      <dgm:spPr/>
    </dgm:pt>
    <dgm:pt modelId="{8786BD81-6CC3-40C8-98D5-ABF3A77764CE}" type="pres">
      <dgm:prSet presAssocID="{F630732D-BB49-481A-B945-0C12EE1383AA}" presName="bgRect" presStyleLbl="bgShp" presStyleIdx="3" presStyleCnt="7"/>
      <dgm:spPr/>
    </dgm:pt>
    <dgm:pt modelId="{E50535BE-9C25-42E2-94CA-7BCCE767EA04}" type="pres">
      <dgm:prSet presAssocID="{F630732D-BB49-481A-B945-0C12EE1383AA}"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B04F2AA1-47F9-48A6-B1CD-C1C87981BA9D}" type="pres">
      <dgm:prSet presAssocID="{F630732D-BB49-481A-B945-0C12EE1383AA}" presName="spaceRect" presStyleCnt="0"/>
      <dgm:spPr/>
    </dgm:pt>
    <dgm:pt modelId="{0E0FC8E6-0BB6-45BE-8B44-453680B26AEB}" type="pres">
      <dgm:prSet presAssocID="{F630732D-BB49-481A-B945-0C12EE1383AA}" presName="parTx" presStyleLbl="revTx" presStyleIdx="3" presStyleCnt="7">
        <dgm:presLayoutVars>
          <dgm:chMax val="0"/>
          <dgm:chPref val="0"/>
        </dgm:presLayoutVars>
      </dgm:prSet>
      <dgm:spPr/>
    </dgm:pt>
    <dgm:pt modelId="{6A994438-E9BA-455A-A9C6-ABC21E39C892}" type="pres">
      <dgm:prSet presAssocID="{343D4F57-AA9E-4356-89A6-41892A0C669D}" presName="sibTrans" presStyleCnt="0"/>
      <dgm:spPr/>
    </dgm:pt>
    <dgm:pt modelId="{3C59479B-DEA7-4DE8-A1E4-34EF0198D917}" type="pres">
      <dgm:prSet presAssocID="{5E4B3E6B-3F85-4672-9973-BDA49F328FFB}" presName="compNode" presStyleCnt="0"/>
      <dgm:spPr/>
    </dgm:pt>
    <dgm:pt modelId="{B6E59AD5-24F7-4CF2-9305-C64412E20BE5}" type="pres">
      <dgm:prSet presAssocID="{5E4B3E6B-3F85-4672-9973-BDA49F328FFB}" presName="bgRect" presStyleLbl="bgShp" presStyleIdx="4" presStyleCnt="7"/>
      <dgm:spPr/>
    </dgm:pt>
    <dgm:pt modelId="{F28AD444-A0A2-4AC2-9CED-C6F19CFDCAF8}" type="pres">
      <dgm:prSet presAssocID="{5E4B3E6B-3F85-4672-9973-BDA49F328FFB}"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atabase"/>
        </a:ext>
      </dgm:extLst>
    </dgm:pt>
    <dgm:pt modelId="{F16BA625-8F61-473D-82DA-7AC09B5735E0}" type="pres">
      <dgm:prSet presAssocID="{5E4B3E6B-3F85-4672-9973-BDA49F328FFB}" presName="spaceRect" presStyleCnt="0"/>
      <dgm:spPr/>
    </dgm:pt>
    <dgm:pt modelId="{67C4580D-EFCC-488E-970F-0190D1FA7A86}" type="pres">
      <dgm:prSet presAssocID="{5E4B3E6B-3F85-4672-9973-BDA49F328FFB}" presName="parTx" presStyleLbl="revTx" presStyleIdx="4" presStyleCnt="7">
        <dgm:presLayoutVars>
          <dgm:chMax val="0"/>
          <dgm:chPref val="0"/>
        </dgm:presLayoutVars>
      </dgm:prSet>
      <dgm:spPr/>
    </dgm:pt>
    <dgm:pt modelId="{5AC2C855-3A34-4F7B-B514-74ACA12C3733}" type="pres">
      <dgm:prSet presAssocID="{86A17238-E4B1-4161-B4BF-6E7A947D39C2}" presName="sibTrans" presStyleCnt="0"/>
      <dgm:spPr/>
    </dgm:pt>
    <dgm:pt modelId="{40BD5985-DE15-4E2B-ACB3-575D15EE3D79}" type="pres">
      <dgm:prSet presAssocID="{9640FE78-302C-4475-8BAC-E85BD3EB43BD}" presName="compNode" presStyleCnt="0"/>
      <dgm:spPr/>
    </dgm:pt>
    <dgm:pt modelId="{7074291A-3C8A-4F92-A3F0-D2C4F24B3213}" type="pres">
      <dgm:prSet presAssocID="{9640FE78-302C-4475-8BAC-E85BD3EB43BD}" presName="bgRect" presStyleLbl="bgShp" presStyleIdx="5" presStyleCnt="7"/>
      <dgm:spPr/>
    </dgm:pt>
    <dgm:pt modelId="{67530AE4-994B-416A-9E40-351B22CBB9E3}" type="pres">
      <dgm:prSet presAssocID="{9640FE78-302C-4475-8BAC-E85BD3EB43BD}"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ploma Roll"/>
        </a:ext>
      </dgm:extLst>
    </dgm:pt>
    <dgm:pt modelId="{30ECB6AB-1BBF-40ED-96C4-DC42FAAE0D55}" type="pres">
      <dgm:prSet presAssocID="{9640FE78-302C-4475-8BAC-E85BD3EB43BD}" presName="spaceRect" presStyleCnt="0"/>
      <dgm:spPr/>
    </dgm:pt>
    <dgm:pt modelId="{CCB8DDCA-ECE8-4120-9CCA-3629EC278F31}" type="pres">
      <dgm:prSet presAssocID="{9640FE78-302C-4475-8BAC-E85BD3EB43BD}" presName="parTx" presStyleLbl="revTx" presStyleIdx="5" presStyleCnt="7">
        <dgm:presLayoutVars>
          <dgm:chMax val="0"/>
          <dgm:chPref val="0"/>
        </dgm:presLayoutVars>
      </dgm:prSet>
      <dgm:spPr/>
    </dgm:pt>
    <dgm:pt modelId="{9006D94A-DF17-4199-B947-A830FE156665}" type="pres">
      <dgm:prSet presAssocID="{CFF2CC17-BD26-4C0D-8087-8542D5FED5D3}" presName="sibTrans" presStyleCnt="0"/>
      <dgm:spPr/>
    </dgm:pt>
    <dgm:pt modelId="{8D30D940-A7E3-42FE-9D72-943B0F0DE06A}" type="pres">
      <dgm:prSet presAssocID="{F87A8188-860B-41DB-84B5-1994AEB483DD}" presName="compNode" presStyleCnt="0"/>
      <dgm:spPr/>
    </dgm:pt>
    <dgm:pt modelId="{329CD088-1D51-4C0B-95B6-BF709612F58E}" type="pres">
      <dgm:prSet presAssocID="{F87A8188-860B-41DB-84B5-1994AEB483DD}" presName="bgRect" presStyleLbl="bgShp" presStyleIdx="6" presStyleCnt="7"/>
      <dgm:spPr/>
    </dgm:pt>
    <dgm:pt modelId="{A442D61F-6E96-4BBB-BD12-3F0370D933A3}" type="pres">
      <dgm:prSet presAssocID="{F87A8188-860B-41DB-84B5-1994AEB483DD}"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topwatch"/>
        </a:ext>
      </dgm:extLst>
    </dgm:pt>
    <dgm:pt modelId="{BB69E02D-BCCB-4569-9C7D-6B92E85F798D}" type="pres">
      <dgm:prSet presAssocID="{F87A8188-860B-41DB-84B5-1994AEB483DD}" presName="spaceRect" presStyleCnt="0"/>
      <dgm:spPr/>
    </dgm:pt>
    <dgm:pt modelId="{210919B9-C4CA-4E16-93C3-055604EEE1C1}" type="pres">
      <dgm:prSet presAssocID="{F87A8188-860B-41DB-84B5-1994AEB483DD}" presName="parTx" presStyleLbl="revTx" presStyleIdx="6" presStyleCnt="7">
        <dgm:presLayoutVars>
          <dgm:chMax val="0"/>
          <dgm:chPref val="0"/>
        </dgm:presLayoutVars>
      </dgm:prSet>
      <dgm:spPr/>
    </dgm:pt>
  </dgm:ptLst>
  <dgm:cxnLst>
    <dgm:cxn modelId="{B8AA5B00-59AF-42AC-A04F-0FAA6E5FE030}" srcId="{FF466978-2225-4527-91F6-1ED874B2F5F8}" destId="{9640FE78-302C-4475-8BAC-E85BD3EB43BD}" srcOrd="5" destOrd="0" parTransId="{C8161FC7-8E6B-4966-99B3-EA27515B1034}" sibTransId="{CFF2CC17-BD26-4C0D-8087-8542D5FED5D3}"/>
    <dgm:cxn modelId="{A819B303-E859-4EA1-A323-EFB37D4C96D4}" type="presOf" srcId="{FF466978-2225-4527-91F6-1ED874B2F5F8}" destId="{55B99BF4-A6DB-4872-8A75-3ACA1CD6DB8D}" srcOrd="0" destOrd="0" presId="urn:microsoft.com/office/officeart/2018/2/layout/IconVerticalSolidList"/>
    <dgm:cxn modelId="{F4F1880A-ADCF-4435-BCBA-92102403B371}" type="presOf" srcId="{F630732D-BB49-481A-B945-0C12EE1383AA}" destId="{0E0FC8E6-0BB6-45BE-8B44-453680B26AEB}" srcOrd="0" destOrd="0" presId="urn:microsoft.com/office/officeart/2018/2/layout/IconVerticalSolidList"/>
    <dgm:cxn modelId="{B6CA2F1C-C3FA-4897-A607-B79036CDA08A}" type="presOf" srcId="{F5EDA54D-0619-487C-AB13-65119573DA24}" destId="{C6607FA0-04DA-419D-AF1E-B39C36E96462}" srcOrd="0" destOrd="0" presId="urn:microsoft.com/office/officeart/2018/2/layout/IconVerticalSolidList"/>
    <dgm:cxn modelId="{E88C5020-C0DE-4447-921B-5110C9CF7377}" srcId="{FF466978-2225-4527-91F6-1ED874B2F5F8}" destId="{F87A8188-860B-41DB-84B5-1994AEB483DD}" srcOrd="6" destOrd="0" parTransId="{33B38045-6DA2-4DB2-A026-CEC2DB5F09ED}" sibTransId="{755AA3D1-8DEC-4765-8C89-C8C1F3AEB20E}"/>
    <dgm:cxn modelId="{23F1C42E-C7AC-408C-902A-4026BB9D4815}" type="presOf" srcId="{9640FE78-302C-4475-8BAC-E85BD3EB43BD}" destId="{CCB8DDCA-ECE8-4120-9CCA-3629EC278F31}" srcOrd="0" destOrd="0" presId="urn:microsoft.com/office/officeart/2018/2/layout/IconVerticalSolidList"/>
    <dgm:cxn modelId="{8B48A044-11DE-4E9C-81E5-0747733FF66D}" type="presOf" srcId="{F87A8188-860B-41DB-84B5-1994AEB483DD}" destId="{210919B9-C4CA-4E16-93C3-055604EEE1C1}" srcOrd="0" destOrd="0" presId="urn:microsoft.com/office/officeart/2018/2/layout/IconVerticalSolidList"/>
    <dgm:cxn modelId="{F3D05477-0036-4F37-880C-0B4C2D12AEA6}" type="presOf" srcId="{5EA71C2E-0F30-474E-8BBD-B33F8CA1EA1B}" destId="{531D1A19-08BE-47B6-935B-ED18B242368F}" srcOrd="0" destOrd="0" presId="urn:microsoft.com/office/officeart/2018/2/layout/IconVerticalSolidList"/>
    <dgm:cxn modelId="{D3AF9278-782D-4350-B374-C1D76FB3ABC6}" type="presOf" srcId="{5E4B3E6B-3F85-4672-9973-BDA49F328FFB}" destId="{67C4580D-EFCC-488E-970F-0190D1FA7A86}" srcOrd="0" destOrd="0" presId="urn:microsoft.com/office/officeart/2018/2/layout/IconVerticalSolidList"/>
    <dgm:cxn modelId="{F0E48F8A-3C59-4C95-B953-54A690D062B2}" type="presOf" srcId="{5D2EF99D-5CC6-402E-81DD-22ACBA2C7AB6}" destId="{1B8E48C1-15DD-4BF5-A79C-E43C20ECE41F}" srcOrd="0" destOrd="0" presId="urn:microsoft.com/office/officeart/2018/2/layout/IconVerticalSolidList"/>
    <dgm:cxn modelId="{DF956290-2591-4DEC-8104-CFD06DD9E90E}" srcId="{FF466978-2225-4527-91F6-1ED874B2F5F8}" destId="{5EA71C2E-0F30-474E-8BBD-B33F8CA1EA1B}" srcOrd="2" destOrd="0" parTransId="{5E854ACC-C3A9-48C8-9422-8A237A57C68C}" sibTransId="{3C1FD589-4DE9-4EA2-88BC-85082B549821}"/>
    <dgm:cxn modelId="{32AD41CA-52B7-4AF4-B940-47484F02529E}" srcId="{FF466978-2225-4527-91F6-1ED874B2F5F8}" destId="{F630732D-BB49-481A-B945-0C12EE1383AA}" srcOrd="3" destOrd="0" parTransId="{D8087657-B6A1-4CEB-8620-239411B48C77}" sibTransId="{343D4F57-AA9E-4356-89A6-41892A0C669D}"/>
    <dgm:cxn modelId="{DBD9D9CB-CAF3-4503-A265-598A658C32E1}" srcId="{FF466978-2225-4527-91F6-1ED874B2F5F8}" destId="{5D2EF99D-5CC6-402E-81DD-22ACBA2C7AB6}" srcOrd="0" destOrd="0" parTransId="{F4EF60DE-72A4-4209-9A2A-DF3F0E8D82E1}" sibTransId="{5D6164AC-5197-42AE-BD8D-47A07BA2109F}"/>
    <dgm:cxn modelId="{C2C2BDE8-A7C5-4A12-86AA-0BF00FE4FAE0}" srcId="{FF466978-2225-4527-91F6-1ED874B2F5F8}" destId="{5E4B3E6B-3F85-4672-9973-BDA49F328FFB}" srcOrd="4" destOrd="0" parTransId="{A835F3C4-922F-4CA8-8B37-87E54B0F3AD6}" sibTransId="{86A17238-E4B1-4161-B4BF-6E7A947D39C2}"/>
    <dgm:cxn modelId="{7087D7F6-DEB2-48E9-807D-351E9EFA3C46}" srcId="{FF466978-2225-4527-91F6-1ED874B2F5F8}" destId="{F5EDA54D-0619-487C-AB13-65119573DA24}" srcOrd="1" destOrd="0" parTransId="{390642F6-8B24-4BD9-8005-AC3567406DAD}" sibTransId="{6989BD68-FA2B-4113-9095-0F3FC17ED417}"/>
    <dgm:cxn modelId="{C39EA6F6-B243-40F0-AF6D-260DF6E170E8}" type="presParOf" srcId="{55B99BF4-A6DB-4872-8A75-3ACA1CD6DB8D}" destId="{E3D8F9F9-1620-457A-AA0C-72CBD861ABB2}" srcOrd="0" destOrd="0" presId="urn:microsoft.com/office/officeart/2018/2/layout/IconVerticalSolidList"/>
    <dgm:cxn modelId="{8CBA6D9B-D9A9-4F80-813F-CB262D058E66}" type="presParOf" srcId="{E3D8F9F9-1620-457A-AA0C-72CBD861ABB2}" destId="{923DDF70-54A0-4948-BC90-C58E010E7597}" srcOrd="0" destOrd="0" presId="urn:microsoft.com/office/officeart/2018/2/layout/IconVerticalSolidList"/>
    <dgm:cxn modelId="{F7288997-B3A6-4FEC-AAC0-6FC72A930824}" type="presParOf" srcId="{E3D8F9F9-1620-457A-AA0C-72CBD861ABB2}" destId="{778B3163-D2A4-4C7E-8F80-F8615409A5F6}" srcOrd="1" destOrd="0" presId="urn:microsoft.com/office/officeart/2018/2/layout/IconVerticalSolidList"/>
    <dgm:cxn modelId="{61896BBF-BBF4-489C-BF25-F824A40BF19C}" type="presParOf" srcId="{E3D8F9F9-1620-457A-AA0C-72CBD861ABB2}" destId="{94A25914-6CC9-4AEF-AD84-7C404A8EFF2B}" srcOrd="2" destOrd="0" presId="urn:microsoft.com/office/officeart/2018/2/layout/IconVerticalSolidList"/>
    <dgm:cxn modelId="{4851A820-E368-44CC-832C-0017584DE7A7}" type="presParOf" srcId="{E3D8F9F9-1620-457A-AA0C-72CBD861ABB2}" destId="{1B8E48C1-15DD-4BF5-A79C-E43C20ECE41F}" srcOrd="3" destOrd="0" presId="urn:microsoft.com/office/officeart/2018/2/layout/IconVerticalSolidList"/>
    <dgm:cxn modelId="{8C3AC84A-A707-4317-B383-A8BACB0D5C83}" type="presParOf" srcId="{55B99BF4-A6DB-4872-8A75-3ACA1CD6DB8D}" destId="{906F0DA8-48CE-4CFD-BE13-E3DC63424ADB}" srcOrd="1" destOrd="0" presId="urn:microsoft.com/office/officeart/2018/2/layout/IconVerticalSolidList"/>
    <dgm:cxn modelId="{7F6276FE-0477-498A-AFEE-D28C978A513F}" type="presParOf" srcId="{55B99BF4-A6DB-4872-8A75-3ACA1CD6DB8D}" destId="{6751FFB2-C585-416F-99AA-AF9737177773}" srcOrd="2" destOrd="0" presId="urn:microsoft.com/office/officeart/2018/2/layout/IconVerticalSolidList"/>
    <dgm:cxn modelId="{EADFAD7D-4C67-4C3B-8C31-D74BDB792C7C}" type="presParOf" srcId="{6751FFB2-C585-416F-99AA-AF9737177773}" destId="{42266C14-9CAF-479A-BB3D-8C3A944FBA1E}" srcOrd="0" destOrd="0" presId="urn:microsoft.com/office/officeart/2018/2/layout/IconVerticalSolidList"/>
    <dgm:cxn modelId="{91F8B5E0-FC44-48AE-9EAC-9FF123623006}" type="presParOf" srcId="{6751FFB2-C585-416F-99AA-AF9737177773}" destId="{FDD1A632-DC7B-4256-93C4-312024D60410}" srcOrd="1" destOrd="0" presId="urn:microsoft.com/office/officeart/2018/2/layout/IconVerticalSolidList"/>
    <dgm:cxn modelId="{938C54C3-52F0-40E6-9B06-BC62B979E297}" type="presParOf" srcId="{6751FFB2-C585-416F-99AA-AF9737177773}" destId="{9A5948FF-0453-47B0-AFCA-1F9C1BA0E423}" srcOrd="2" destOrd="0" presId="urn:microsoft.com/office/officeart/2018/2/layout/IconVerticalSolidList"/>
    <dgm:cxn modelId="{2AD48228-9BE1-4073-B616-CB143B527006}" type="presParOf" srcId="{6751FFB2-C585-416F-99AA-AF9737177773}" destId="{C6607FA0-04DA-419D-AF1E-B39C36E96462}" srcOrd="3" destOrd="0" presId="urn:microsoft.com/office/officeart/2018/2/layout/IconVerticalSolidList"/>
    <dgm:cxn modelId="{2E88EBFB-36AD-499B-AEAC-28F392AD1217}" type="presParOf" srcId="{55B99BF4-A6DB-4872-8A75-3ACA1CD6DB8D}" destId="{5849E839-3B66-426B-842B-C9955A9AFA93}" srcOrd="3" destOrd="0" presId="urn:microsoft.com/office/officeart/2018/2/layout/IconVerticalSolidList"/>
    <dgm:cxn modelId="{38F42CB1-4CB4-4C52-A549-A085015CBFBE}" type="presParOf" srcId="{55B99BF4-A6DB-4872-8A75-3ACA1CD6DB8D}" destId="{D2A55F1C-F066-45AF-A3B4-C52144754864}" srcOrd="4" destOrd="0" presId="urn:microsoft.com/office/officeart/2018/2/layout/IconVerticalSolidList"/>
    <dgm:cxn modelId="{9D5AEB78-F699-435A-B304-94B5931DDC53}" type="presParOf" srcId="{D2A55F1C-F066-45AF-A3B4-C52144754864}" destId="{A54015B5-C1A6-40F6-BD77-4265A335FA7F}" srcOrd="0" destOrd="0" presId="urn:microsoft.com/office/officeart/2018/2/layout/IconVerticalSolidList"/>
    <dgm:cxn modelId="{4F6BECA5-9EA8-41DF-9563-40C0EEC63768}" type="presParOf" srcId="{D2A55F1C-F066-45AF-A3B4-C52144754864}" destId="{CAF42971-94D4-4432-AA11-A635B748E197}" srcOrd="1" destOrd="0" presId="urn:microsoft.com/office/officeart/2018/2/layout/IconVerticalSolidList"/>
    <dgm:cxn modelId="{D90B2BDE-5875-4C88-9A7F-551174E85AC8}" type="presParOf" srcId="{D2A55F1C-F066-45AF-A3B4-C52144754864}" destId="{F04A85B9-B041-4045-8860-364D7B1C4652}" srcOrd="2" destOrd="0" presId="urn:microsoft.com/office/officeart/2018/2/layout/IconVerticalSolidList"/>
    <dgm:cxn modelId="{4383FDD6-E84D-4302-9739-050C33985F55}" type="presParOf" srcId="{D2A55F1C-F066-45AF-A3B4-C52144754864}" destId="{531D1A19-08BE-47B6-935B-ED18B242368F}" srcOrd="3" destOrd="0" presId="urn:microsoft.com/office/officeart/2018/2/layout/IconVerticalSolidList"/>
    <dgm:cxn modelId="{51F8600B-80DB-4D2E-8DC0-EFB12B2E3390}" type="presParOf" srcId="{55B99BF4-A6DB-4872-8A75-3ACA1CD6DB8D}" destId="{E98BEB72-D1AA-4573-BF4D-BFDB454E0BB4}" srcOrd="5" destOrd="0" presId="urn:microsoft.com/office/officeart/2018/2/layout/IconVerticalSolidList"/>
    <dgm:cxn modelId="{7655E3D6-94FF-4A23-AC58-1E9F492880A0}" type="presParOf" srcId="{55B99BF4-A6DB-4872-8A75-3ACA1CD6DB8D}" destId="{D9FE0615-C1C2-4ACA-B07C-F1001FA27522}" srcOrd="6" destOrd="0" presId="urn:microsoft.com/office/officeart/2018/2/layout/IconVerticalSolidList"/>
    <dgm:cxn modelId="{DA88939D-33AA-47F3-A776-38953106507F}" type="presParOf" srcId="{D9FE0615-C1C2-4ACA-B07C-F1001FA27522}" destId="{8786BD81-6CC3-40C8-98D5-ABF3A77764CE}" srcOrd="0" destOrd="0" presId="urn:microsoft.com/office/officeart/2018/2/layout/IconVerticalSolidList"/>
    <dgm:cxn modelId="{DA94D5C1-1677-43D9-B303-8448890668EA}" type="presParOf" srcId="{D9FE0615-C1C2-4ACA-B07C-F1001FA27522}" destId="{E50535BE-9C25-42E2-94CA-7BCCE767EA04}" srcOrd="1" destOrd="0" presId="urn:microsoft.com/office/officeart/2018/2/layout/IconVerticalSolidList"/>
    <dgm:cxn modelId="{BE3A57CA-8F64-45FF-992E-F94E628BA520}" type="presParOf" srcId="{D9FE0615-C1C2-4ACA-B07C-F1001FA27522}" destId="{B04F2AA1-47F9-48A6-B1CD-C1C87981BA9D}" srcOrd="2" destOrd="0" presId="urn:microsoft.com/office/officeart/2018/2/layout/IconVerticalSolidList"/>
    <dgm:cxn modelId="{B8EA024F-F738-4643-8DFB-F8DB2C5A40CB}" type="presParOf" srcId="{D9FE0615-C1C2-4ACA-B07C-F1001FA27522}" destId="{0E0FC8E6-0BB6-45BE-8B44-453680B26AEB}" srcOrd="3" destOrd="0" presId="urn:microsoft.com/office/officeart/2018/2/layout/IconVerticalSolidList"/>
    <dgm:cxn modelId="{0EACC452-F91E-4F8F-B553-5DB7E60B000C}" type="presParOf" srcId="{55B99BF4-A6DB-4872-8A75-3ACA1CD6DB8D}" destId="{6A994438-E9BA-455A-A9C6-ABC21E39C892}" srcOrd="7" destOrd="0" presId="urn:microsoft.com/office/officeart/2018/2/layout/IconVerticalSolidList"/>
    <dgm:cxn modelId="{22611ADF-84AC-4156-B422-9DBB65B4A1AD}" type="presParOf" srcId="{55B99BF4-A6DB-4872-8A75-3ACA1CD6DB8D}" destId="{3C59479B-DEA7-4DE8-A1E4-34EF0198D917}" srcOrd="8" destOrd="0" presId="urn:microsoft.com/office/officeart/2018/2/layout/IconVerticalSolidList"/>
    <dgm:cxn modelId="{E9A5E311-DEDE-4A37-A5F8-33D5D0E19C55}" type="presParOf" srcId="{3C59479B-DEA7-4DE8-A1E4-34EF0198D917}" destId="{B6E59AD5-24F7-4CF2-9305-C64412E20BE5}" srcOrd="0" destOrd="0" presId="urn:microsoft.com/office/officeart/2018/2/layout/IconVerticalSolidList"/>
    <dgm:cxn modelId="{92564173-3484-441B-B358-7E77BC7114A0}" type="presParOf" srcId="{3C59479B-DEA7-4DE8-A1E4-34EF0198D917}" destId="{F28AD444-A0A2-4AC2-9CED-C6F19CFDCAF8}" srcOrd="1" destOrd="0" presId="urn:microsoft.com/office/officeart/2018/2/layout/IconVerticalSolidList"/>
    <dgm:cxn modelId="{4511A50D-E606-4ECD-B2E3-E3531DC0E05A}" type="presParOf" srcId="{3C59479B-DEA7-4DE8-A1E4-34EF0198D917}" destId="{F16BA625-8F61-473D-82DA-7AC09B5735E0}" srcOrd="2" destOrd="0" presId="urn:microsoft.com/office/officeart/2018/2/layout/IconVerticalSolidList"/>
    <dgm:cxn modelId="{CBBCED39-651E-43DC-98B4-15E73B4D3CBD}" type="presParOf" srcId="{3C59479B-DEA7-4DE8-A1E4-34EF0198D917}" destId="{67C4580D-EFCC-488E-970F-0190D1FA7A86}" srcOrd="3" destOrd="0" presId="urn:microsoft.com/office/officeart/2018/2/layout/IconVerticalSolidList"/>
    <dgm:cxn modelId="{47D5FB42-E22C-40BA-B7CF-C0CE3CF5A2D5}" type="presParOf" srcId="{55B99BF4-A6DB-4872-8A75-3ACA1CD6DB8D}" destId="{5AC2C855-3A34-4F7B-B514-74ACA12C3733}" srcOrd="9" destOrd="0" presId="urn:microsoft.com/office/officeart/2018/2/layout/IconVerticalSolidList"/>
    <dgm:cxn modelId="{A83E8B12-E106-4449-80FD-2FFFA962E5B6}" type="presParOf" srcId="{55B99BF4-A6DB-4872-8A75-3ACA1CD6DB8D}" destId="{40BD5985-DE15-4E2B-ACB3-575D15EE3D79}" srcOrd="10" destOrd="0" presId="urn:microsoft.com/office/officeart/2018/2/layout/IconVerticalSolidList"/>
    <dgm:cxn modelId="{48C20A16-D979-4A38-AFDC-22424E198FB6}" type="presParOf" srcId="{40BD5985-DE15-4E2B-ACB3-575D15EE3D79}" destId="{7074291A-3C8A-4F92-A3F0-D2C4F24B3213}" srcOrd="0" destOrd="0" presId="urn:microsoft.com/office/officeart/2018/2/layout/IconVerticalSolidList"/>
    <dgm:cxn modelId="{C451AE4F-83B7-47E0-B3DF-D1960333F23B}" type="presParOf" srcId="{40BD5985-DE15-4E2B-ACB3-575D15EE3D79}" destId="{67530AE4-994B-416A-9E40-351B22CBB9E3}" srcOrd="1" destOrd="0" presId="urn:microsoft.com/office/officeart/2018/2/layout/IconVerticalSolidList"/>
    <dgm:cxn modelId="{1F0309F0-A317-4F6D-9E44-41859CC36F2F}" type="presParOf" srcId="{40BD5985-DE15-4E2B-ACB3-575D15EE3D79}" destId="{30ECB6AB-1BBF-40ED-96C4-DC42FAAE0D55}" srcOrd="2" destOrd="0" presId="urn:microsoft.com/office/officeart/2018/2/layout/IconVerticalSolidList"/>
    <dgm:cxn modelId="{9A9D5795-E92B-4435-92AA-02347CBFCCE8}" type="presParOf" srcId="{40BD5985-DE15-4E2B-ACB3-575D15EE3D79}" destId="{CCB8DDCA-ECE8-4120-9CCA-3629EC278F31}" srcOrd="3" destOrd="0" presId="urn:microsoft.com/office/officeart/2018/2/layout/IconVerticalSolidList"/>
    <dgm:cxn modelId="{5040E8A7-2816-45AD-BF08-B42F3AFB53E8}" type="presParOf" srcId="{55B99BF4-A6DB-4872-8A75-3ACA1CD6DB8D}" destId="{9006D94A-DF17-4199-B947-A830FE156665}" srcOrd="11" destOrd="0" presId="urn:microsoft.com/office/officeart/2018/2/layout/IconVerticalSolidList"/>
    <dgm:cxn modelId="{E86DB286-6F8A-4A4C-B88A-D1038D275C98}" type="presParOf" srcId="{55B99BF4-A6DB-4872-8A75-3ACA1CD6DB8D}" destId="{8D30D940-A7E3-42FE-9D72-943B0F0DE06A}" srcOrd="12" destOrd="0" presId="urn:microsoft.com/office/officeart/2018/2/layout/IconVerticalSolidList"/>
    <dgm:cxn modelId="{8C91FB54-0B2C-48E5-85F5-BFD517B0C906}" type="presParOf" srcId="{8D30D940-A7E3-42FE-9D72-943B0F0DE06A}" destId="{329CD088-1D51-4C0B-95B6-BF709612F58E}" srcOrd="0" destOrd="0" presId="urn:microsoft.com/office/officeart/2018/2/layout/IconVerticalSolidList"/>
    <dgm:cxn modelId="{5133361E-1FAA-467D-88D3-F73E33485FA8}" type="presParOf" srcId="{8D30D940-A7E3-42FE-9D72-943B0F0DE06A}" destId="{A442D61F-6E96-4BBB-BD12-3F0370D933A3}" srcOrd="1" destOrd="0" presId="urn:microsoft.com/office/officeart/2018/2/layout/IconVerticalSolidList"/>
    <dgm:cxn modelId="{E1624264-A459-4C06-B8C2-A515EA9A1CCD}" type="presParOf" srcId="{8D30D940-A7E3-42FE-9D72-943B0F0DE06A}" destId="{BB69E02D-BCCB-4569-9C7D-6B92E85F798D}" srcOrd="2" destOrd="0" presId="urn:microsoft.com/office/officeart/2018/2/layout/IconVerticalSolidList"/>
    <dgm:cxn modelId="{9B78FE6A-2E1B-4C38-BB2B-FB0DBFF7753F}" type="presParOf" srcId="{8D30D940-A7E3-42FE-9D72-943B0F0DE06A}" destId="{210919B9-C4CA-4E16-93C3-055604EEE1C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00E9FE-AC2A-4801-B13D-BC82C57FE36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672AEFA-5D29-4860-9C16-7E4DE06B5FF2}">
      <dgm:prSet/>
      <dgm:spPr/>
      <dgm:t>
        <a:bodyPr/>
        <a:lstStyle/>
        <a:p>
          <a:pPr>
            <a:lnSpc>
              <a:spcPct val="100000"/>
            </a:lnSpc>
          </a:pPr>
          <a:r>
            <a:rPr lang="en-IN" b="1"/>
            <a:t>Dataset Layer</a:t>
          </a:r>
          <a:r>
            <a:rPr lang="en-IN"/>
            <a:t> → Stores 4–5 photos of each student for training.</a:t>
          </a:r>
          <a:endParaRPr lang="en-US"/>
        </a:p>
      </dgm:t>
    </dgm:pt>
    <dgm:pt modelId="{B50DD6EB-939F-4B26-B47A-E068C9EFBF8B}" type="parTrans" cxnId="{00C3B273-FB88-48E8-978D-AEC7C9F63917}">
      <dgm:prSet/>
      <dgm:spPr/>
      <dgm:t>
        <a:bodyPr/>
        <a:lstStyle/>
        <a:p>
          <a:endParaRPr lang="en-US"/>
        </a:p>
      </dgm:t>
    </dgm:pt>
    <dgm:pt modelId="{D9211528-A11D-443A-9FF1-CD183B0398F0}" type="sibTrans" cxnId="{00C3B273-FB88-48E8-978D-AEC7C9F63917}">
      <dgm:prSet/>
      <dgm:spPr/>
      <dgm:t>
        <a:bodyPr/>
        <a:lstStyle/>
        <a:p>
          <a:endParaRPr lang="en-US"/>
        </a:p>
      </dgm:t>
    </dgm:pt>
    <dgm:pt modelId="{2D2A35F7-381B-4C73-880F-C9FA1D3A66FA}">
      <dgm:prSet/>
      <dgm:spPr/>
      <dgm:t>
        <a:bodyPr/>
        <a:lstStyle/>
        <a:p>
          <a:pPr>
            <a:lnSpc>
              <a:spcPct val="100000"/>
            </a:lnSpc>
          </a:pPr>
          <a:r>
            <a:rPr lang="en-IN" b="1"/>
            <a:t>Face Detection Module</a:t>
          </a:r>
          <a:r>
            <a:rPr lang="en-IN"/>
            <a:t> → Uses Haar Cascade algorithm to detect faces in images.</a:t>
          </a:r>
          <a:endParaRPr lang="en-US"/>
        </a:p>
      </dgm:t>
    </dgm:pt>
    <dgm:pt modelId="{17BFCA30-575F-4C1E-8A36-87328FB763F2}" type="parTrans" cxnId="{0FD9DAD5-1910-4073-BEC9-74D3DAF7C82A}">
      <dgm:prSet/>
      <dgm:spPr/>
      <dgm:t>
        <a:bodyPr/>
        <a:lstStyle/>
        <a:p>
          <a:endParaRPr lang="en-US"/>
        </a:p>
      </dgm:t>
    </dgm:pt>
    <dgm:pt modelId="{BB2E76E9-AE9D-43C5-A712-2087B8B5CE65}" type="sibTrans" cxnId="{0FD9DAD5-1910-4073-BEC9-74D3DAF7C82A}">
      <dgm:prSet/>
      <dgm:spPr/>
      <dgm:t>
        <a:bodyPr/>
        <a:lstStyle/>
        <a:p>
          <a:endParaRPr lang="en-US"/>
        </a:p>
      </dgm:t>
    </dgm:pt>
    <dgm:pt modelId="{C0E36444-6E2C-44CC-B5CA-198B22194E26}">
      <dgm:prSet/>
      <dgm:spPr/>
      <dgm:t>
        <a:bodyPr/>
        <a:lstStyle/>
        <a:p>
          <a:pPr>
            <a:lnSpc>
              <a:spcPct val="100000"/>
            </a:lnSpc>
          </a:pPr>
          <a:r>
            <a:rPr lang="en-IN" b="1"/>
            <a:t>Face Recognition Module</a:t>
          </a:r>
          <a:r>
            <a:rPr lang="en-IN"/>
            <a:t> → Applies LBPH algorithm to identify which student the face belongs to.</a:t>
          </a:r>
          <a:endParaRPr lang="en-US"/>
        </a:p>
      </dgm:t>
    </dgm:pt>
    <dgm:pt modelId="{2A640E63-59A7-402C-B063-44A72F53736B}" type="parTrans" cxnId="{335D0EF2-7FE8-4AFC-9B45-E4E7D19A6594}">
      <dgm:prSet/>
      <dgm:spPr/>
      <dgm:t>
        <a:bodyPr/>
        <a:lstStyle/>
        <a:p>
          <a:endParaRPr lang="en-US"/>
        </a:p>
      </dgm:t>
    </dgm:pt>
    <dgm:pt modelId="{3DC3BD04-346A-4C2D-8F24-45E68CDA2745}" type="sibTrans" cxnId="{335D0EF2-7FE8-4AFC-9B45-E4E7D19A6594}">
      <dgm:prSet/>
      <dgm:spPr/>
      <dgm:t>
        <a:bodyPr/>
        <a:lstStyle/>
        <a:p>
          <a:endParaRPr lang="en-US"/>
        </a:p>
      </dgm:t>
    </dgm:pt>
    <dgm:pt modelId="{15F26187-86A9-4377-9EEE-30EC5530C342}">
      <dgm:prSet/>
      <dgm:spPr/>
      <dgm:t>
        <a:bodyPr/>
        <a:lstStyle/>
        <a:p>
          <a:pPr>
            <a:lnSpc>
              <a:spcPct val="100000"/>
            </a:lnSpc>
          </a:pPr>
          <a:r>
            <a:rPr lang="en-IN" b="1"/>
            <a:t>Attendance Logging Layer</a:t>
          </a:r>
          <a:r>
            <a:rPr lang="en-IN"/>
            <a:t> → Saves recognized student’s name, date, and time into a CSV file.</a:t>
          </a:r>
          <a:endParaRPr lang="en-US"/>
        </a:p>
      </dgm:t>
    </dgm:pt>
    <dgm:pt modelId="{5E5AC782-08B1-44D9-B98E-9E7BD5E70DA6}" type="parTrans" cxnId="{5FE6BDC3-0933-40E5-87B5-48ED29FE1236}">
      <dgm:prSet/>
      <dgm:spPr/>
      <dgm:t>
        <a:bodyPr/>
        <a:lstStyle/>
        <a:p>
          <a:endParaRPr lang="en-US"/>
        </a:p>
      </dgm:t>
    </dgm:pt>
    <dgm:pt modelId="{0447A3FE-620E-484E-8D0F-757E8E118BA3}" type="sibTrans" cxnId="{5FE6BDC3-0933-40E5-87B5-48ED29FE1236}">
      <dgm:prSet/>
      <dgm:spPr/>
      <dgm:t>
        <a:bodyPr/>
        <a:lstStyle/>
        <a:p>
          <a:endParaRPr lang="en-US"/>
        </a:p>
      </dgm:t>
    </dgm:pt>
    <dgm:pt modelId="{27DAAE4E-9C2B-4ACE-A718-0B41E5F601A1}">
      <dgm:prSet/>
      <dgm:spPr/>
      <dgm:t>
        <a:bodyPr/>
        <a:lstStyle/>
        <a:p>
          <a:pPr>
            <a:lnSpc>
              <a:spcPct val="100000"/>
            </a:lnSpc>
          </a:pPr>
          <a:r>
            <a:rPr lang="en-IN" b="1"/>
            <a:t>Data Flow</a:t>
          </a:r>
          <a:r>
            <a:rPr lang="en-IN"/>
            <a:t> → Input photo → Detection → Recognition → Attendance record.</a:t>
          </a:r>
          <a:endParaRPr lang="en-US"/>
        </a:p>
      </dgm:t>
    </dgm:pt>
    <dgm:pt modelId="{D7EEC329-A325-4370-B700-F1644C90B741}" type="parTrans" cxnId="{10C82DF4-C09E-4469-A51B-B039046625D5}">
      <dgm:prSet/>
      <dgm:spPr/>
      <dgm:t>
        <a:bodyPr/>
        <a:lstStyle/>
        <a:p>
          <a:endParaRPr lang="en-US"/>
        </a:p>
      </dgm:t>
    </dgm:pt>
    <dgm:pt modelId="{59BABCB6-D803-4D27-AA52-39D76D9A8BBD}" type="sibTrans" cxnId="{10C82DF4-C09E-4469-A51B-B039046625D5}">
      <dgm:prSet/>
      <dgm:spPr/>
      <dgm:t>
        <a:bodyPr/>
        <a:lstStyle/>
        <a:p>
          <a:endParaRPr lang="en-US"/>
        </a:p>
      </dgm:t>
    </dgm:pt>
    <dgm:pt modelId="{BC7BBAD1-67D3-494E-B5CF-53C2866BEDBB}" type="pres">
      <dgm:prSet presAssocID="{8A00E9FE-AC2A-4801-B13D-BC82C57FE365}" presName="root" presStyleCnt="0">
        <dgm:presLayoutVars>
          <dgm:dir/>
          <dgm:resizeHandles val="exact"/>
        </dgm:presLayoutVars>
      </dgm:prSet>
      <dgm:spPr/>
    </dgm:pt>
    <dgm:pt modelId="{36ED16A0-0BBC-489C-BE4F-E738ACF27A7B}" type="pres">
      <dgm:prSet presAssocID="{5672AEFA-5D29-4860-9C16-7E4DE06B5FF2}" presName="compNode" presStyleCnt="0"/>
      <dgm:spPr/>
    </dgm:pt>
    <dgm:pt modelId="{84995A92-874A-4960-913E-39256C632168}" type="pres">
      <dgm:prSet presAssocID="{5672AEFA-5D29-4860-9C16-7E4DE06B5FF2}"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Image"/>
        </a:ext>
      </dgm:extLst>
    </dgm:pt>
    <dgm:pt modelId="{96621910-F9C8-41AA-843A-EC8187224603}" type="pres">
      <dgm:prSet presAssocID="{5672AEFA-5D29-4860-9C16-7E4DE06B5FF2}" presName="spaceRect" presStyleCnt="0"/>
      <dgm:spPr/>
    </dgm:pt>
    <dgm:pt modelId="{4587295D-4FF7-41DB-816F-6E45CD72D61F}" type="pres">
      <dgm:prSet presAssocID="{5672AEFA-5D29-4860-9C16-7E4DE06B5FF2}" presName="textRect" presStyleLbl="revTx" presStyleIdx="0" presStyleCnt="5">
        <dgm:presLayoutVars>
          <dgm:chMax val="1"/>
          <dgm:chPref val="1"/>
        </dgm:presLayoutVars>
      </dgm:prSet>
      <dgm:spPr/>
    </dgm:pt>
    <dgm:pt modelId="{DCE488D6-23D5-4019-9300-FE1267F8D7E8}" type="pres">
      <dgm:prSet presAssocID="{D9211528-A11D-443A-9FF1-CD183B0398F0}" presName="sibTrans" presStyleCnt="0"/>
      <dgm:spPr/>
    </dgm:pt>
    <dgm:pt modelId="{631AB6B8-32F2-4E57-A68C-F39D017CC9E9}" type="pres">
      <dgm:prSet presAssocID="{2D2A35F7-381B-4C73-880F-C9FA1D3A66FA}" presName="compNode" presStyleCnt="0"/>
      <dgm:spPr/>
    </dgm:pt>
    <dgm:pt modelId="{95D061A6-062A-48EE-8A6D-2D6B67E450FA}" type="pres">
      <dgm:prSet presAssocID="{2D2A35F7-381B-4C73-880F-C9FA1D3A66FA}"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mera"/>
        </a:ext>
      </dgm:extLst>
    </dgm:pt>
    <dgm:pt modelId="{18940148-8DC7-4408-ACE3-B10AE2151339}" type="pres">
      <dgm:prSet presAssocID="{2D2A35F7-381B-4C73-880F-C9FA1D3A66FA}" presName="spaceRect" presStyleCnt="0"/>
      <dgm:spPr/>
    </dgm:pt>
    <dgm:pt modelId="{4FAD448B-9376-450D-A729-231DD96B82BB}" type="pres">
      <dgm:prSet presAssocID="{2D2A35F7-381B-4C73-880F-C9FA1D3A66FA}" presName="textRect" presStyleLbl="revTx" presStyleIdx="1" presStyleCnt="5">
        <dgm:presLayoutVars>
          <dgm:chMax val="1"/>
          <dgm:chPref val="1"/>
        </dgm:presLayoutVars>
      </dgm:prSet>
      <dgm:spPr/>
    </dgm:pt>
    <dgm:pt modelId="{B8A5B385-2EA1-48B4-A4DE-B6F087A62552}" type="pres">
      <dgm:prSet presAssocID="{BB2E76E9-AE9D-43C5-A712-2087B8B5CE65}" presName="sibTrans" presStyleCnt="0"/>
      <dgm:spPr/>
    </dgm:pt>
    <dgm:pt modelId="{38FE2AFD-CC89-48D2-B81E-28C16B9C8D29}" type="pres">
      <dgm:prSet presAssocID="{C0E36444-6E2C-44CC-B5CA-198B22194E26}" presName="compNode" presStyleCnt="0"/>
      <dgm:spPr/>
    </dgm:pt>
    <dgm:pt modelId="{7FE86212-C260-498D-8CE4-59CE3B006094}" type="pres">
      <dgm:prSet presAssocID="{C0E36444-6E2C-44CC-B5CA-198B22194E26}"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grammer"/>
        </a:ext>
      </dgm:extLst>
    </dgm:pt>
    <dgm:pt modelId="{24108F30-956E-4621-AA3C-F9AE222FFE05}" type="pres">
      <dgm:prSet presAssocID="{C0E36444-6E2C-44CC-B5CA-198B22194E26}" presName="spaceRect" presStyleCnt="0"/>
      <dgm:spPr/>
    </dgm:pt>
    <dgm:pt modelId="{56E734DA-1909-4E15-9D59-7EC85B88D217}" type="pres">
      <dgm:prSet presAssocID="{C0E36444-6E2C-44CC-B5CA-198B22194E26}" presName="textRect" presStyleLbl="revTx" presStyleIdx="2" presStyleCnt="5">
        <dgm:presLayoutVars>
          <dgm:chMax val="1"/>
          <dgm:chPref val="1"/>
        </dgm:presLayoutVars>
      </dgm:prSet>
      <dgm:spPr/>
    </dgm:pt>
    <dgm:pt modelId="{1A6826C6-0F0A-4F36-817E-3781083BF1B7}" type="pres">
      <dgm:prSet presAssocID="{3DC3BD04-346A-4C2D-8F24-45E68CDA2745}" presName="sibTrans" presStyleCnt="0"/>
      <dgm:spPr/>
    </dgm:pt>
    <dgm:pt modelId="{E2505058-6997-4808-AF0B-70E6BB54F97A}" type="pres">
      <dgm:prSet presAssocID="{15F26187-86A9-4377-9EEE-30EC5530C342}" presName="compNode" presStyleCnt="0"/>
      <dgm:spPr/>
    </dgm:pt>
    <dgm:pt modelId="{A0770827-A1A6-4EAB-A853-598B84CC7410}" type="pres">
      <dgm:prSet presAssocID="{15F26187-86A9-4377-9EEE-30EC5530C342}"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Folder"/>
        </a:ext>
      </dgm:extLst>
    </dgm:pt>
    <dgm:pt modelId="{07B11FC0-DD2C-460B-B582-9B639C0D3D56}" type="pres">
      <dgm:prSet presAssocID="{15F26187-86A9-4377-9EEE-30EC5530C342}" presName="spaceRect" presStyleCnt="0"/>
      <dgm:spPr/>
    </dgm:pt>
    <dgm:pt modelId="{54DEB467-4262-4E04-B758-3AFD13ACDC9A}" type="pres">
      <dgm:prSet presAssocID="{15F26187-86A9-4377-9EEE-30EC5530C342}" presName="textRect" presStyleLbl="revTx" presStyleIdx="3" presStyleCnt="5">
        <dgm:presLayoutVars>
          <dgm:chMax val="1"/>
          <dgm:chPref val="1"/>
        </dgm:presLayoutVars>
      </dgm:prSet>
      <dgm:spPr/>
    </dgm:pt>
    <dgm:pt modelId="{2F3B9FF9-1B73-46F0-BDCC-FCED9A7CE97A}" type="pres">
      <dgm:prSet presAssocID="{0447A3FE-620E-484E-8D0F-757E8E118BA3}" presName="sibTrans" presStyleCnt="0"/>
      <dgm:spPr/>
    </dgm:pt>
    <dgm:pt modelId="{7AD04680-8041-44D4-95D5-EDE90DD55708}" type="pres">
      <dgm:prSet presAssocID="{27DAAE4E-9C2B-4ACE-A718-0B41E5F601A1}" presName="compNode" presStyleCnt="0"/>
      <dgm:spPr/>
    </dgm:pt>
    <dgm:pt modelId="{C6BCC019-DBDE-4C67-882C-160C371776E2}" type="pres">
      <dgm:prSet presAssocID="{27DAAE4E-9C2B-4ACE-A718-0B41E5F601A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User"/>
        </a:ext>
      </dgm:extLst>
    </dgm:pt>
    <dgm:pt modelId="{BED96FBC-657E-4941-BA05-BD7CCFFEC041}" type="pres">
      <dgm:prSet presAssocID="{27DAAE4E-9C2B-4ACE-A718-0B41E5F601A1}" presName="spaceRect" presStyleCnt="0"/>
      <dgm:spPr/>
    </dgm:pt>
    <dgm:pt modelId="{61F29FE3-D212-4E28-9125-9EB30B6AEC1D}" type="pres">
      <dgm:prSet presAssocID="{27DAAE4E-9C2B-4ACE-A718-0B41E5F601A1}" presName="textRect" presStyleLbl="revTx" presStyleIdx="4" presStyleCnt="5">
        <dgm:presLayoutVars>
          <dgm:chMax val="1"/>
          <dgm:chPref val="1"/>
        </dgm:presLayoutVars>
      </dgm:prSet>
      <dgm:spPr/>
    </dgm:pt>
  </dgm:ptLst>
  <dgm:cxnLst>
    <dgm:cxn modelId="{00C3B273-FB88-48E8-978D-AEC7C9F63917}" srcId="{8A00E9FE-AC2A-4801-B13D-BC82C57FE365}" destId="{5672AEFA-5D29-4860-9C16-7E4DE06B5FF2}" srcOrd="0" destOrd="0" parTransId="{B50DD6EB-939F-4B26-B47A-E068C9EFBF8B}" sibTransId="{D9211528-A11D-443A-9FF1-CD183B0398F0}"/>
    <dgm:cxn modelId="{D0E2B679-A985-4820-B30E-00B2E8E4E77C}" type="presOf" srcId="{27DAAE4E-9C2B-4ACE-A718-0B41E5F601A1}" destId="{61F29FE3-D212-4E28-9125-9EB30B6AEC1D}" srcOrd="0" destOrd="0" presId="urn:microsoft.com/office/officeart/2018/2/layout/IconLabelList"/>
    <dgm:cxn modelId="{D7E22B7F-0333-4572-B804-03B09CA9FD37}" type="presOf" srcId="{C0E36444-6E2C-44CC-B5CA-198B22194E26}" destId="{56E734DA-1909-4E15-9D59-7EC85B88D217}" srcOrd="0" destOrd="0" presId="urn:microsoft.com/office/officeart/2018/2/layout/IconLabelList"/>
    <dgm:cxn modelId="{C013ED87-1BBC-4F76-962F-9E08B03E8EB3}" type="presOf" srcId="{5672AEFA-5D29-4860-9C16-7E4DE06B5FF2}" destId="{4587295D-4FF7-41DB-816F-6E45CD72D61F}" srcOrd="0" destOrd="0" presId="urn:microsoft.com/office/officeart/2018/2/layout/IconLabelList"/>
    <dgm:cxn modelId="{62CC4ABB-23C5-4F72-9D29-EA98D274B2EC}" type="presOf" srcId="{15F26187-86A9-4377-9EEE-30EC5530C342}" destId="{54DEB467-4262-4E04-B758-3AFD13ACDC9A}" srcOrd="0" destOrd="0" presId="urn:microsoft.com/office/officeart/2018/2/layout/IconLabelList"/>
    <dgm:cxn modelId="{5FE6BDC3-0933-40E5-87B5-48ED29FE1236}" srcId="{8A00E9FE-AC2A-4801-B13D-BC82C57FE365}" destId="{15F26187-86A9-4377-9EEE-30EC5530C342}" srcOrd="3" destOrd="0" parTransId="{5E5AC782-08B1-44D9-B98E-9E7BD5E70DA6}" sibTransId="{0447A3FE-620E-484E-8D0F-757E8E118BA3}"/>
    <dgm:cxn modelId="{0FD9DAD5-1910-4073-BEC9-74D3DAF7C82A}" srcId="{8A00E9FE-AC2A-4801-B13D-BC82C57FE365}" destId="{2D2A35F7-381B-4C73-880F-C9FA1D3A66FA}" srcOrd="1" destOrd="0" parTransId="{17BFCA30-575F-4C1E-8A36-87328FB763F2}" sibTransId="{BB2E76E9-AE9D-43C5-A712-2087B8B5CE65}"/>
    <dgm:cxn modelId="{55A0B6D9-2E97-4202-8105-BE6A91D6821F}" type="presOf" srcId="{8A00E9FE-AC2A-4801-B13D-BC82C57FE365}" destId="{BC7BBAD1-67D3-494E-B5CF-53C2866BEDBB}" srcOrd="0" destOrd="0" presId="urn:microsoft.com/office/officeart/2018/2/layout/IconLabelList"/>
    <dgm:cxn modelId="{0950EFE2-5951-41DF-B373-F4B9DACF85D0}" type="presOf" srcId="{2D2A35F7-381B-4C73-880F-C9FA1D3A66FA}" destId="{4FAD448B-9376-450D-A729-231DD96B82BB}" srcOrd="0" destOrd="0" presId="urn:microsoft.com/office/officeart/2018/2/layout/IconLabelList"/>
    <dgm:cxn modelId="{335D0EF2-7FE8-4AFC-9B45-E4E7D19A6594}" srcId="{8A00E9FE-AC2A-4801-B13D-BC82C57FE365}" destId="{C0E36444-6E2C-44CC-B5CA-198B22194E26}" srcOrd="2" destOrd="0" parTransId="{2A640E63-59A7-402C-B063-44A72F53736B}" sibTransId="{3DC3BD04-346A-4C2D-8F24-45E68CDA2745}"/>
    <dgm:cxn modelId="{10C82DF4-C09E-4469-A51B-B039046625D5}" srcId="{8A00E9FE-AC2A-4801-B13D-BC82C57FE365}" destId="{27DAAE4E-9C2B-4ACE-A718-0B41E5F601A1}" srcOrd="4" destOrd="0" parTransId="{D7EEC329-A325-4370-B700-F1644C90B741}" sibTransId="{59BABCB6-D803-4D27-AA52-39D76D9A8BBD}"/>
    <dgm:cxn modelId="{7B4BFBD6-2582-4C27-9824-48FEE9E32841}" type="presParOf" srcId="{BC7BBAD1-67D3-494E-B5CF-53C2866BEDBB}" destId="{36ED16A0-0BBC-489C-BE4F-E738ACF27A7B}" srcOrd="0" destOrd="0" presId="urn:microsoft.com/office/officeart/2018/2/layout/IconLabelList"/>
    <dgm:cxn modelId="{D993844F-DEE8-4AD2-B064-2352CAD80754}" type="presParOf" srcId="{36ED16A0-0BBC-489C-BE4F-E738ACF27A7B}" destId="{84995A92-874A-4960-913E-39256C632168}" srcOrd="0" destOrd="0" presId="urn:microsoft.com/office/officeart/2018/2/layout/IconLabelList"/>
    <dgm:cxn modelId="{95820D39-4C91-4543-AFA9-A2CCA15B53DE}" type="presParOf" srcId="{36ED16A0-0BBC-489C-BE4F-E738ACF27A7B}" destId="{96621910-F9C8-41AA-843A-EC8187224603}" srcOrd="1" destOrd="0" presId="urn:microsoft.com/office/officeart/2018/2/layout/IconLabelList"/>
    <dgm:cxn modelId="{CA56B725-C4A6-4FFA-B796-EA2B53BEE5FC}" type="presParOf" srcId="{36ED16A0-0BBC-489C-BE4F-E738ACF27A7B}" destId="{4587295D-4FF7-41DB-816F-6E45CD72D61F}" srcOrd="2" destOrd="0" presId="urn:microsoft.com/office/officeart/2018/2/layout/IconLabelList"/>
    <dgm:cxn modelId="{AB110C12-9551-4735-A3FA-2FB504A9B67C}" type="presParOf" srcId="{BC7BBAD1-67D3-494E-B5CF-53C2866BEDBB}" destId="{DCE488D6-23D5-4019-9300-FE1267F8D7E8}" srcOrd="1" destOrd="0" presId="urn:microsoft.com/office/officeart/2018/2/layout/IconLabelList"/>
    <dgm:cxn modelId="{0B22C381-B5B7-497C-ADA8-65BB3502A606}" type="presParOf" srcId="{BC7BBAD1-67D3-494E-B5CF-53C2866BEDBB}" destId="{631AB6B8-32F2-4E57-A68C-F39D017CC9E9}" srcOrd="2" destOrd="0" presId="urn:microsoft.com/office/officeart/2018/2/layout/IconLabelList"/>
    <dgm:cxn modelId="{3F7ACE54-2778-4912-83D9-A78FB103018E}" type="presParOf" srcId="{631AB6B8-32F2-4E57-A68C-F39D017CC9E9}" destId="{95D061A6-062A-48EE-8A6D-2D6B67E450FA}" srcOrd="0" destOrd="0" presId="urn:microsoft.com/office/officeart/2018/2/layout/IconLabelList"/>
    <dgm:cxn modelId="{73C9F89F-8E37-4478-9C4F-09F263DA1BD5}" type="presParOf" srcId="{631AB6B8-32F2-4E57-A68C-F39D017CC9E9}" destId="{18940148-8DC7-4408-ACE3-B10AE2151339}" srcOrd="1" destOrd="0" presId="urn:microsoft.com/office/officeart/2018/2/layout/IconLabelList"/>
    <dgm:cxn modelId="{B367BB50-2392-4F81-AC0B-0BD480A00B24}" type="presParOf" srcId="{631AB6B8-32F2-4E57-A68C-F39D017CC9E9}" destId="{4FAD448B-9376-450D-A729-231DD96B82BB}" srcOrd="2" destOrd="0" presId="urn:microsoft.com/office/officeart/2018/2/layout/IconLabelList"/>
    <dgm:cxn modelId="{B79EA59A-231F-4842-85C6-B02977ECC3B4}" type="presParOf" srcId="{BC7BBAD1-67D3-494E-B5CF-53C2866BEDBB}" destId="{B8A5B385-2EA1-48B4-A4DE-B6F087A62552}" srcOrd="3" destOrd="0" presId="urn:microsoft.com/office/officeart/2018/2/layout/IconLabelList"/>
    <dgm:cxn modelId="{967C931C-C7E9-415A-A3DB-119EEB0D6909}" type="presParOf" srcId="{BC7BBAD1-67D3-494E-B5CF-53C2866BEDBB}" destId="{38FE2AFD-CC89-48D2-B81E-28C16B9C8D29}" srcOrd="4" destOrd="0" presId="urn:microsoft.com/office/officeart/2018/2/layout/IconLabelList"/>
    <dgm:cxn modelId="{829627C9-EFDA-4967-BBF2-53F8BBF41875}" type="presParOf" srcId="{38FE2AFD-CC89-48D2-B81E-28C16B9C8D29}" destId="{7FE86212-C260-498D-8CE4-59CE3B006094}" srcOrd="0" destOrd="0" presId="urn:microsoft.com/office/officeart/2018/2/layout/IconLabelList"/>
    <dgm:cxn modelId="{741783FB-F6E9-4BD3-8CDB-1F0D3F2BC155}" type="presParOf" srcId="{38FE2AFD-CC89-48D2-B81E-28C16B9C8D29}" destId="{24108F30-956E-4621-AA3C-F9AE222FFE05}" srcOrd="1" destOrd="0" presId="urn:microsoft.com/office/officeart/2018/2/layout/IconLabelList"/>
    <dgm:cxn modelId="{0EDEC2CA-EA75-4BFB-AE26-58E6E08F39AA}" type="presParOf" srcId="{38FE2AFD-CC89-48D2-B81E-28C16B9C8D29}" destId="{56E734DA-1909-4E15-9D59-7EC85B88D217}" srcOrd="2" destOrd="0" presId="urn:microsoft.com/office/officeart/2018/2/layout/IconLabelList"/>
    <dgm:cxn modelId="{13D6F6BF-D913-4056-9868-F2CFD861524E}" type="presParOf" srcId="{BC7BBAD1-67D3-494E-B5CF-53C2866BEDBB}" destId="{1A6826C6-0F0A-4F36-817E-3781083BF1B7}" srcOrd="5" destOrd="0" presId="urn:microsoft.com/office/officeart/2018/2/layout/IconLabelList"/>
    <dgm:cxn modelId="{FA350DC4-0CBD-4F88-A560-1BC808AA990D}" type="presParOf" srcId="{BC7BBAD1-67D3-494E-B5CF-53C2866BEDBB}" destId="{E2505058-6997-4808-AF0B-70E6BB54F97A}" srcOrd="6" destOrd="0" presId="urn:microsoft.com/office/officeart/2018/2/layout/IconLabelList"/>
    <dgm:cxn modelId="{FA432AB9-F25F-40F1-AF62-10F46B4BBF09}" type="presParOf" srcId="{E2505058-6997-4808-AF0B-70E6BB54F97A}" destId="{A0770827-A1A6-4EAB-A853-598B84CC7410}" srcOrd="0" destOrd="0" presId="urn:microsoft.com/office/officeart/2018/2/layout/IconLabelList"/>
    <dgm:cxn modelId="{28DDD225-F0C6-41B6-947F-DCEB1DCCCAFF}" type="presParOf" srcId="{E2505058-6997-4808-AF0B-70E6BB54F97A}" destId="{07B11FC0-DD2C-460B-B582-9B639C0D3D56}" srcOrd="1" destOrd="0" presId="urn:microsoft.com/office/officeart/2018/2/layout/IconLabelList"/>
    <dgm:cxn modelId="{54F2501F-BF66-4E04-A8BE-66546190B03B}" type="presParOf" srcId="{E2505058-6997-4808-AF0B-70E6BB54F97A}" destId="{54DEB467-4262-4E04-B758-3AFD13ACDC9A}" srcOrd="2" destOrd="0" presId="urn:microsoft.com/office/officeart/2018/2/layout/IconLabelList"/>
    <dgm:cxn modelId="{9DA2A972-CC0B-47A1-815B-EEACC539D067}" type="presParOf" srcId="{BC7BBAD1-67D3-494E-B5CF-53C2866BEDBB}" destId="{2F3B9FF9-1B73-46F0-BDCC-FCED9A7CE97A}" srcOrd="7" destOrd="0" presId="urn:microsoft.com/office/officeart/2018/2/layout/IconLabelList"/>
    <dgm:cxn modelId="{E67680C8-A7AE-475B-971B-AFEAB1059164}" type="presParOf" srcId="{BC7BBAD1-67D3-494E-B5CF-53C2866BEDBB}" destId="{7AD04680-8041-44D4-95D5-EDE90DD55708}" srcOrd="8" destOrd="0" presId="urn:microsoft.com/office/officeart/2018/2/layout/IconLabelList"/>
    <dgm:cxn modelId="{1BF04726-32DD-4DF1-8575-7C0EEA470320}" type="presParOf" srcId="{7AD04680-8041-44D4-95D5-EDE90DD55708}" destId="{C6BCC019-DBDE-4C67-882C-160C371776E2}" srcOrd="0" destOrd="0" presId="urn:microsoft.com/office/officeart/2018/2/layout/IconLabelList"/>
    <dgm:cxn modelId="{1BCA170C-0A59-4658-ABC9-B3D05053B84A}" type="presParOf" srcId="{7AD04680-8041-44D4-95D5-EDE90DD55708}" destId="{BED96FBC-657E-4941-BA05-BD7CCFFEC041}" srcOrd="1" destOrd="0" presId="urn:microsoft.com/office/officeart/2018/2/layout/IconLabelList"/>
    <dgm:cxn modelId="{F8681DDD-7D5A-49B9-851A-C9734232D789}" type="presParOf" srcId="{7AD04680-8041-44D4-95D5-EDE90DD55708}" destId="{61F29FE3-D212-4E28-9125-9EB30B6AEC1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77475E-7B97-422F-BEE9-CCFEF184FEFA}"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ED69E7DE-FABC-4E49-90C2-F9F2A051B8E3}">
      <dgm:prSet/>
      <dgm:spPr/>
      <dgm:t>
        <a:bodyPr/>
        <a:lstStyle/>
        <a:p>
          <a:r>
            <a:rPr lang="en-IN" b="1"/>
            <a:t>Step‑by‑step workflow :</a:t>
          </a:r>
          <a:endParaRPr lang="en-US"/>
        </a:p>
      </dgm:t>
    </dgm:pt>
    <dgm:pt modelId="{ABC93571-E2D3-4E48-8977-2922862AF7DA}" type="parTrans" cxnId="{B307383C-B3A6-45B0-B802-33A2F1868D47}">
      <dgm:prSet/>
      <dgm:spPr/>
      <dgm:t>
        <a:bodyPr/>
        <a:lstStyle/>
        <a:p>
          <a:endParaRPr lang="en-US"/>
        </a:p>
      </dgm:t>
    </dgm:pt>
    <dgm:pt modelId="{6E9BD0D4-020B-47C3-94DD-05FAB387BDA3}" type="sibTrans" cxnId="{B307383C-B3A6-45B0-B802-33A2F1868D47}">
      <dgm:prSet/>
      <dgm:spPr/>
      <dgm:t>
        <a:bodyPr/>
        <a:lstStyle/>
        <a:p>
          <a:endParaRPr lang="en-US"/>
        </a:p>
      </dgm:t>
    </dgm:pt>
    <dgm:pt modelId="{62E07F54-EDC8-421F-A114-4A7D95F71F3E}">
      <dgm:prSet/>
      <dgm:spPr/>
      <dgm:t>
        <a:bodyPr/>
        <a:lstStyle/>
        <a:p>
          <a:r>
            <a:rPr lang="en-IN"/>
            <a:t>Collect 4–5 photos of each student and store them in the dataset.</a:t>
          </a:r>
          <a:endParaRPr lang="en-US"/>
        </a:p>
      </dgm:t>
    </dgm:pt>
    <dgm:pt modelId="{2A8F6C55-F995-4DB0-813C-F1E3B67CF30F}" type="parTrans" cxnId="{517BD20C-9FD0-4EF2-8DD9-A5A7366FDBD9}">
      <dgm:prSet/>
      <dgm:spPr/>
      <dgm:t>
        <a:bodyPr/>
        <a:lstStyle/>
        <a:p>
          <a:endParaRPr lang="en-US"/>
        </a:p>
      </dgm:t>
    </dgm:pt>
    <dgm:pt modelId="{AB5D711F-1A72-435B-8AB9-1ABD52419C51}" type="sibTrans" cxnId="{517BD20C-9FD0-4EF2-8DD9-A5A7366FDBD9}">
      <dgm:prSet/>
      <dgm:spPr/>
      <dgm:t>
        <a:bodyPr/>
        <a:lstStyle/>
        <a:p>
          <a:endParaRPr lang="en-US"/>
        </a:p>
      </dgm:t>
    </dgm:pt>
    <dgm:pt modelId="{1483A46C-02C4-4D45-9D81-624DBB95F514}">
      <dgm:prSet/>
      <dgm:spPr/>
      <dgm:t>
        <a:bodyPr/>
        <a:lstStyle/>
        <a:p>
          <a:r>
            <a:rPr lang="en-IN"/>
            <a:t>Train the model using these images.</a:t>
          </a:r>
          <a:endParaRPr lang="en-US"/>
        </a:p>
      </dgm:t>
    </dgm:pt>
    <dgm:pt modelId="{6E0A0341-4F62-4DC8-B016-643B8D3E9723}" type="parTrans" cxnId="{9F7BFD8D-C122-4522-8BA5-413B05FE5B14}">
      <dgm:prSet/>
      <dgm:spPr/>
      <dgm:t>
        <a:bodyPr/>
        <a:lstStyle/>
        <a:p>
          <a:endParaRPr lang="en-US"/>
        </a:p>
      </dgm:t>
    </dgm:pt>
    <dgm:pt modelId="{3107E9D6-38CC-4A34-A06F-C2CD6794CE74}" type="sibTrans" cxnId="{9F7BFD8D-C122-4522-8BA5-413B05FE5B14}">
      <dgm:prSet/>
      <dgm:spPr/>
      <dgm:t>
        <a:bodyPr/>
        <a:lstStyle/>
        <a:p>
          <a:endParaRPr lang="en-US"/>
        </a:p>
      </dgm:t>
    </dgm:pt>
    <dgm:pt modelId="{E8F8499C-AEE6-4B78-8FCC-69397975055A}">
      <dgm:prSet/>
      <dgm:spPr/>
      <dgm:t>
        <a:bodyPr/>
        <a:lstStyle/>
        <a:p>
          <a:r>
            <a:rPr lang="en-IN"/>
            <a:t>During testing, input a single photo of a student.</a:t>
          </a:r>
          <a:endParaRPr lang="en-US"/>
        </a:p>
      </dgm:t>
    </dgm:pt>
    <dgm:pt modelId="{80BE5C6E-1636-4C35-8223-91C7842DE4FD}" type="parTrans" cxnId="{BDCE893B-5528-420F-AD29-FCC9E2B2F14C}">
      <dgm:prSet/>
      <dgm:spPr/>
      <dgm:t>
        <a:bodyPr/>
        <a:lstStyle/>
        <a:p>
          <a:endParaRPr lang="en-US"/>
        </a:p>
      </dgm:t>
    </dgm:pt>
    <dgm:pt modelId="{7CE7C057-ADA5-40F4-9FBA-57FF410BE96E}" type="sibTrans" cxnId="{BDCE893B-5528-420F-AD29-FCC9E2B2F14C}">
      <dgm:prSet/>
      <dgm:spPr/>
      <dgm:t>
        <a:bodyPr/>
        <a:lstStyle/>
        <a:p>
          <a:endParaRPr lang="en-US"/>
        </a:p>
      </dgm:t>
    </dgm:pt>
    <dgm:pt modelId="{7DED384F-FC8A-4856-87FC-4E9D6843BAF4}">
      <dgm:prSet/>
      <dgm:spPr/>
      <dgm:t>
        <a:bodyPr/>
        <a:lstStyle/>
        <a:p>
          <a:r>
            <a:rPr lang="en-IN"/>
            <a:t>Detect the face using the Haar Cascade algorithm.</a:t>
          </a:r>
          <a:endParaRPr lang="en-US"/>
        </a:p>
      </dgm:t>
    </dgm:pt>
    <dgm:pt modelId="{365E29A1-37ED-4413-8F19-CF74CD4B422D}" type="parTrans" cxnId="{7B511E72-0722-4661-9DBF-21140DA39750}">
      <dgm:prSet/>
      <dgm:spPr/>
      <dgm:t>
        <a:bodyPr/>
        <a:lstStyle/>
        <a:p>
          <a:endParaRPr lang="en-US"/>
        </a:p>
      </dgm:t>
    </dgm:pt>
    <dgm:pt modelId="{9AFEDF0A-991B-4237-9BB1-C422E02BA9A4}" type="sibTrans" cxnId="{7B511E72-0722-4661-9DBF-21140DA39750}">
      <dgm:prSet/>
      <dgm:spPr/>
      <dgm:t>
        <a:bodyPr/>
        <a:lstStyle/>
        <a:p>
          <a:endParaRPr lang="en-US"/>
        </a:p>
      </dgm:t>
    </dgm:pt>
    <dgm:pt modelId="{FCF175F7-F505-46A3-A892-C3031C9FEB26}">
      <dgm:prSet/>
      <dgm:spPr/>
      <dgm:t>
        <a:bodyPr/>
        <a:lstStyle/>
        <a:p>
          <a:r>
            <a:rPr lang="en-IN"/>
            <a:t>Recognize the student using the LBPH algorithm.</a:t>
          </a:r>
          <a:endParaRPr lang="en-US"/>
        </a:p>
      </dgm:t>
    </dgm:pt>
    <dgm:pt modelId="{930119C4-71F0-41EE-84D8-003CF0045FFE}" type="parTrans" cxnId="{5A268CC1-A242-4926-9C9F-ADBD20AAF9E3}">
      <dgm:prSet/>
      <dgm:spPr/>
      <dgm:t>
        <a:bodyPr/>
        <a:lstStyle/>
        <a:p>
          <a:endParaRPr lang="en-US"/>
        </a:p>
      </dgm:t>
    </dgm:pt>
    <dgm:pt modelId="{547A1831-39B7-44FF-B96A-741FED6971A3}" type="sibTrans" cxnId="{5A268CC1-A242-4926-9C9F-ADBD20AAF9E3}">
      <dgm:prSet/>
      <dgm:spPr/>
      <dgm:t>
        <a:bodyPr/>
        <a:lstStyle/>
        <a:p>
          <a:endParaRPr lang="en-US"/>
        </a:p>
      </dgm:t>
    </dgm:pt>
    <dgm:pt modelId="{6CB6DF3C-409D-4CA8-AA8B-A9FA179BF39B}">
      <dgm:prSet/>
      <dgm:spPr/>
      <dgm:t>
        <a:bodyPr/>
        <a:lstStyle/>
        <a:p>
          <a:r>
            <a:rPr lang="en-IN"/>
            <a:t>Log the recognized student’s name, date, and time into a CSV file.</a:t>
          </a:r>
          <a:endParaRPr lang="en-US"/>
        </a:p>
      </dgm:t>
    </dgm:pt>
    <dgm:pt modelId="{5DD8FC18-7661-49EA-B0CF-511B71A3203B}" type="parTrans" cxnId="{AD3A1FA2-346A-466B-9BA9-1FE49B075B0F}">
      <dgm:prSet/>
      <dgm:spPr/>
      <dgm:t>
        <a:bodyPr/>
        <a:lstStyle/>
        <a:p>
          <a:endParaRPr lang="en-US"/>
        </a:p>
      </dgm:t>
    </dgm:pt>
    <dgm:pt modelId="{B03AC43A-1894-4603-974C-E8F1A0C52604}" type="sibTrans" cxnId="{AD3A1FA2-346A-466B-9BA9-1FE49B075B0F}">
      <dgm:prSet/>
      <dgm:spPr/>
      <dgm:t>
        <a:bodyPr/>
        <a:lstStyle/>
        <a:p>
          <a:endParaRPr lang="en-US"/>
        </a:p>
      </dgm:t>
    </dgm:pt>
    <dgm:pt modelId="{2336973D-2E3B-4B37-89EB-AEB3A089341A}">
      <dgm:prSet/>
      <dgm:spPr/>
      <dgm:t>
        <a:bodyPr/>
        <a:lstStyle/>
        <a:p>
          <a:r>
            <a:rPr lang="en-IN" b="1"/>
            <a:t>Algorithms used :</a:t>
          </a:r>
          <a:endParaRPr lang="en-US"/>
        </a:p>
      </dgm:t>
    </dgm:pt>
    <dgm:pt modelId="{49823712-24D8-40DE-8EB1-D21B13790B76}" type="parTrans" cxnId="{EA4EF9F9-8727-497F-814A-37F0C5F192A3}">
      <dgm:prSet/>
      <dgm:spPr/>
      <dgm:t>
        <a:bodyPr/>
        <a:lstStyle/>
        <a:p>
          <a:endParaRPr lang="en-US"/>
        </a:p>
      </dgm:t>
    </dgm:pt>
    <dgm:pt modelId="{6461D8E9-B1E6-4A2F-9A84-F229AD120EED}" type="sibTrans" cxnId="{EA4EF9F9-8727-497F-814A-37F0C5F192A3}">
      <dgm:prSet/>
      <dgm:spPr/>
      <dgm:t>
        <a:bodyPr/>
        <a:lstStyle/>
        <a:p>
          <a:endParaRPr lang="en-US"/>
        </a:p>
      </dgm:t>
    </dgm:pt>
    <dgm:pt modelId="{3ED891BE-D0BB-4898-8072-3E9BF4E9448A}">
      <dgm:prSet/>
      <dgm:spPr/>
      <dgm:t>
        <a:bodyPr/>
        <a:lstStyle/>
        <a:p>
          <a:r>
            <a:rPr lang="en-IN" b="1"/>
            <a:t>Haar Cascade</a:t>
          </a:r>
          <a:r>
            <a:rPr lang="en-IN"/>
            <a:t> → For face detection.</a:t>
          </a:r>
          <a:endParaRPr lang="en-US"/>
        </a:p>
      </dgm:t>
    </dgm:pt>
    <dgm:pt modelId="{9DB7C584-C623-4764-B54D-DFD852168A69}" type="parTrans" cxnId="{6FB79CBD-43CA-4DCC-A6DA-39B5AB8981E7}">
      <dgm:prSet/>
      <dgm:spPr/>
      <dgm:t>
        <a:bodyPr/>
        <a:lstStyle/>
        <a:p>
          <a:endParaRPr lang="en-US"/>
        </a:p>
      </dgm:t>
    </dgm:pt>
    <dgm:pt modelId="{CAAA9BEE-87B5-42F2-82F1-3A0C460CB0FC}" type="sibTrans" cxnId="{6FB79CBD-43CA-4DCC-A6DA-39B5AB8981E7}">
      <dgm:prSet/>
      <dgm:spPr/>
      <dgm:t>
        <a:bodyPr/>
        <a:lstStyle/>
        <a:p>
          <a:endParaRPr lang="en-US"/>
        </a:p>
      </dgm:t>
    </dgm:pt>
    <dgm:pt modelId="{2243167D-40BF-4131-8623-189639F28D54}">
      <dgm:prSet/>
      <dgm:spPr/>
      <dgm:t>
        <a:bodyPr/>
        <a:lstStyle/>
        <a:p>
          <a:r>
            <a:rPr lang="en-IN" b="1"/>
            <a:t>LBPH</a:t>
          </a:r>
          <a:r>
            <a:rPr lang="en-IN"/>
            <a:t> → For face recognition.</a:t>
          </a:r>
          <a:endParaRPr lang="en-US"/>
        </a:p>
      </dgm:t>
    </dgm:pt>
    <dgm:pt modelId="{AF762B5B-BAD1-41C8-8B23-110FF676AE81}" type="parTrans" cxnId="{4E77B2E4-82B8-484A-8983-2F5F8AD0750E}">
      <dgm:prSet/>
      <dgm:spPr/>
      <dgm:t>
        <a:bodyPr/>
        <a:lstStyle/>
        <a:p>
          <a:endParaRPr lang="en-US"/>
        </a:p>
      </dgm:t>
    </dgm:pt>
    <dgm:pt modelId="{3F04014F-F182-4360-A05B-0D7F31576465}" type="sibTrans" cxnId="{4E77B2E4-82B8-484A-8983-2F5F8AD0750E}">
      <dgm:prSet/>
      <dgm:spPr/>
      <dgm:t>
        <a:bodyPr/>
        <a:lstStyle/>
        <a:p>
          <a:endParaRPr lang="en-US"/>
        </a:p>
      </dgm:t>
    </dgm:pt>
    <dgm:pt modelId="{E4E7A3E8-E3D7-47BE-AFC3-1832443AC9D0}">
      <dgm:prSet/>
      <dgm:spPr/>
      <dgm:t>
        <a:bodyPr/>
        <a:lstStyle/>
        <a:p>
          <a:r>
            <a:rPr lang="en-IN" b="1"/>
            <a:t>Justification for selection :</a:t>
          </a:r>
          <a:endParaRPr lang="en-US"/>
        </a:p>
      </dgm:t>
    </dgm:pt>
    <dgm:pt modelId="{7617F52A-4973-4478-B8B8-82B1B75C81DF}" type="parTrans" cxnId="{B9D68D1B-E9BB-446E-B23C-85272A2BB1B5}">
      <dgm:prSet/>
      <dgm:spPr/>
      <dgm:t>
        <a:bodyPr/>
        <a:lstStyle/>
        <a:p>
          <a:endParaRPr lang="en-US"/>
        </a:p>
      </dgm:t>
    </dgm:pt>
    <dgm:pt modelId="{6902D8CC-CA4F-4EBD-9053-EBBFE09941D6}" type="sibTrans" cxnId="{B9D68D1B-E9BB-446E-B23C-85272A2BB1B5}">
      <dgm:prSet/>
      <dgm:spPr/>
      <dgm:t>
        <a:bodyPr/>
        <a:lstStyle/>
        <a:p>
          <a:endParaRPr lang="en-US"/>
        </a:p>
      </dgm:t>
    </dgm:pt>
    <dgm:pt modelId="{B731605D-8387-4B45-9F8C-8A83008E6184}">
      <dgm:prSet/>
      <dgm:spPr/>
      <dgm:t>
        <a:bodyPr/>
        <a:lstStyle/>
        <a:p>
          <a:r>
            <a:rPr lang="en-IN"/>
            <a:t>Haar Cascade is lightweight and efficient for detecting faces in images.</a:t>
          </a:r>
          <a:endParaRPr lang="en-US"/>
        </a:p>
      </dgm:t>
    </dgm:pt>
    <dgm:pt modelId="{38B82178-CE03-4434-BE66-403322C85E63}" type="parTrans" cxnId="{A46371B8-3986-4861-9CD7-D9575FBA55D3}">
      <dgm:prSet/>
      <dgm:spPr/>
      <dgm:t>
        <a:bodyPr/>
        <a:lstStyle/>
        <a:p>
          <a:endParaRPr lang="en-US"/>
        </a:p>
      </dgm:t>
    </dgm:pt>
    <dgm:pt modelId="{9E1A7C71-70C9-40C1-A151-F346D03FCC4C}" type="sibTrans" cxnId="{A46371B8-3986-4861-9CD7-D9575FBA55D3}">
      <dgm:prSet/>
      <dgm:spPr/>
      <dgm:t>
        <a:bodyPr/>
        <a:lstStyle/>
        <a:p>
          <a:endParaRPr lang="en-US"/>
        </a:p>
      </dgm:t>
    </dgm:pt>
    <dgm:pt modelId="{15040D40-D895-43DF-B72C-B784FE5BC3FC}">
      <dgm:prSet/>
      <dgm:spPr/>
      <dgm:t>
        <a:bodyPr/>
        <a:lstStyle/>
        <a:p>
          <a:r>
            <a:rPr lang="en-IN"/>
            <a:t>LBPH is simple, effective, and works well with small datasets (like 4–5 photos per student).</a:t>
          </a:r>
          <a:endParaRPr lang="en-US"/>
        </a:p>
      </dgm:t>
    </dgm:pt>
    <dgm:pt modelId="{C7D308C7-E427-4875-8DD5-111B75E1C64B}" type="parTrans" cxnId="{9418F378-C1F9-46F4-8BF0-38092C87BBA2}">
      <dgm:prSet/>
      <dgm:spPr/>
      <dgm:t>
        <a:bodyPr/>
        <a:lstStyle/>
        <a:p>
          <a:endParaRPr lang="en-US"/>
        </a:p>
      </dgm:t>
    </dgm:pt>
    <dgm:pt modelId="{007B3ED3-3D42-4D5E-BA9F-24D816685838}" type="sibTrans" cxnId="{9418F378-C1F9-46F4-8BF0-38092C87BBA2}">
      <dgm:prSet/>
      <dgm:spPr/>
      <dgm:t>
        <a:bodyPr/>
        <a:lstStyle/>
        <a:p>
          <a:endParaRPr lang="en-US"/>
        </a:p>
      </dgm:t>
    </dgm:pt>
    <dgm:pt modelId="{F2508227-5EA0-4E12-A4BF-1A0E33E05DC8}">
      <dgm:prSet/>
      <dgm:spPr/>
      <dgm:t>
        <a:bodyPr/>
        <a:lstStyle/>
        <a:p>
          <a:r>
            <a:rPr lang="en-IN"/>
            <a:t>Together, they provide a reliable, low‑cost solution suitable for classroom attendance.</a:t>
          </a:r>
          <a:endParaRPr lang="en-US"/>
        </a:p>
      </dgm:t>
    </dgm:pt>
    <dgm:pt modelId="{C0863F44-83FD-4904-8D30-C5666799D3B5}" type="parTrans" cxnId="{B58D2C6F-4F84-49DC-B22A-D29C1B5DD5A9}">
      <dgm:prSet/>
      <dgm:spPr/>
      <dgm:t>
        <a:bodyPr/>
        <a:lstStyle/>
        <a:p>
          <a:endParaRPr lang="en-US"/>
        </a:p>
      </dgm:t>
    </dgm:pt>
    <dgm:pt modelId="{4934E1AC-645B-4210-9197-08577B498ADA}" type="sibTrans" cxnId="{B58D2C6F-4F84-49DC-B22A-D29C1B5DD5A9}">
      <dgm:prSet/>
      <dgm:spPr/>
      <dgm:t>
        <a:bodyPr/>
        <a:lstStyle/>
        <a:p>
          <a:endParaRPr lang="en-US"/>
        </a:p>
      </dgm:t>
    </dgm:pt>
    <dgm:pt modelId="{CB798FDD-8D23-4331-A589-4A1C2614E5E0}" type="pres">
      <dgm:prSet presAssocID="{6077475E-7B97-422F-BEE9-CCFEF184FEFA}" presName="linear" presStyleCnt="0">
        <dgm:presLayoutVars>
          <dgm:dir/>
          <dgm:animLvl val="lvl"/>
          <dgm:resizeHandles val="exact"/>
        </dgm:presLayoutVars>
      </dgm:prSet>
      <dgm:spPr/>
    </dgm:pt>
    <dgm:pt modelId="{7ECEA814-38D3-4DEF-8C0D-2D67610CB2B6}" type="pres">
      <dgm:prSet presAssocID="{ED69E7DE-FABC-4E49-90C2-F9F2A051B8E3}" presName="parentLin" presStyleCnt="0"/>
      <dgm:spPr/>
    </dgm:pt>
    <dgm:pt modelId="{4B0989ED-DF44-4577-9342-5FDCB40BAB03}" type="pres">
      <dgm:prSet presAssocID="{ED69E7DE-FABC-4E49-90C2-F9F2A051B8E3}" presName="parentLeftMargin" presStyleLbl="node1" presStyleIdx="0" presStyleCnt="3"/>
      <dgm:spPr/>
    </dgm:pt>
    <dgm:pt modelId="{6123423C-C221-4A8F-81F0-EA7A1940104F}" type="pres">
      <dgm:prSet presAssocID="{ED69E7DE-FABC-4E49-90C2-F9F2A051B8E3}" presName="parentText" presStyleLbl="node1" presStyleIdx="0" presStyleCnt="3">
        <dgm:presLayoutVars>
          <dgm:chMax val="0"/>
          <dgm:bulletEnabled val="1"/>
        </dgm:presLayoutVars>
      </dgm:prSet>
      <dgm:spPr/>
    </dgm:pt>
    <dgm:pt modelId="{9693ED1E-439B-43BA-A07E-51CB59791C7C}" type="pres">
      <dgm:prSet presAssocID="{ED69E7DE-FABC-4E49-90C2-F9F2A051B8E3}" presName="negativeSpace" presStyleCnt="0"/>
      <dgm:spPr/>
    </dgm:pt>
    <dgm:pt modelId="{71915339-700C-441C-AAC4-5FCF1D92D714}" type="pres">
      <dgm:prSet presAssocID="{ED69E7DE-FABC-4E49-90C2-F9F2A051B8E3}" presName="childText" presStyleLbl="conFgAcc1" presStyleIdx="0" presStyleCnt="3">
        <dgm:presLayoutVars>
          <dgm:bulletEnabled val="1"/>
        </dgm:presLayoutVars>
      </dgm:prSet>
      <dgm:spPr/>
    </dgm:pt>
    <dgm:pt modelId="{26C8CC80-F8A1-4D4C-A9EA-D78AAFBF7B33}" type="pres">
      <dgm:prSet presAssocID="{6E9BD0D4-020B-47C3-94DD-05FAB387BDA3}" presName="spaceBetweenRectangles" presStyleCnt="0"/>
      <dgm:spPr/>
    </dgm:pt>
    <dgm:pt modelId="{3E2D4595-ACA4-490B-81D0-D09AB5B1B3C1}" type="pres">
      <dgm:prSet presAssocID="{2336973D-2E3B-4B37-89EB-AEB3A089341A}" presName="parentLin" presStyleCnt="0"/>
      <dgm:spPr/>
    </dgm:pt>
    <dgm:pt modelId="{45A5B711-7479-45E6-8F83-B1C1032E88E2}" type="pres">
      <dgm:prSet presAssocID="{2336973D-2E3B-4B37-89EB-AEB3A089341A}" presName="parentLeftMargin" presStyleLbl="node1" presStyleIdx="0" presStyleCnt="3"/>
      <dgm:spPr/>
    </dgm:pt>
    <dgm:pt modelId="{862BD3FB-B710-4AA6-8C37-6254393D5B40}" type="pres">
      <dgm:prSet presAssocID="{2336973D-2E3B-4B37-89EB-AEB3A089341A}" presName="parentText" presStyleLbl="node1" presStyleIdx="1" presStyleCnt="3">
        <dgm:presLayoutVars>
          <dgm:chMax val="0"/>
          <dgm:bulletEnabled val="1"/>
        </dgm:presLayoutVars>
      </dgm:prSet>
      <dgm:spPr/>
    </dgm:pt>
    <dgm:pt modelId="{139CC28E-CB0B-4483-9786-CFDCCE646819}" type="pres">
      <dgm:prSet presAssocID="{2336973D-2E3B-4B37-89EB-AEB3A089341A}" presName="negativeSpace" presStyleCnt="0"/>
      <dgm:spPr/>
    </dgm:pt>
    <dgm:pt modelId="{0659CF80-7020-478C-8636-52450B9439AA}" type="pres">
      <dgm:prSet presAssocID="{2336973D-2E3B-4B37-89EB-AEB3A089341A}" presName="childText" presStyleLbl="conFgAcc1" presStyleIdx="1" presStyleCnt="3">
        <dgm:presLayoutVars>
          <dgm:bulletEnabled val="1"/>
        </dgm:presLayoutVars>
      </dgm:prSet>
      <dgm:spPr/>
    </dgm:pt>
    <dgm:pt modelId="{6050380F-5B5F-4E9A-92F3-E3C78F77562D}" type="pres">
      <dgm:prSet presAssocID="{6461D8E9-B1E6-4A2F-9A84-F229AD120EED}" presName="spaceBetweenRectangles" presStyleCnt="0"/>
      <dgm:spPr/>
    </dgm:pt>
    <dgm:pt modelId="{9AF9023F-8F34-4403-B229-304707712889}" type="pres">
      <dgm:prSet presAssocID="{E4E7A3E8-E3D7-47BE-AFC3-1832443AC9D0}" presName="parentLin" presStyleCnt="0"/>
      <dgm:spPr/>
    </dgm:pt>
    <dgm:pt modelId="{77B6BAE8-3FE2-484E-ABF5-A3552CCBB673}" type="pres">
      <dgm:prSet presAssocID="{E4E7A3E8-E3D7-47BE-AFC3-1832443AC9D0}" presName="parentLeftMargin" presStyleLbl="node1" presStyleIdx="1" presStyleCnt="3"/>
      <dgm:spPr/>
    </dgm:pt>
    <dgm:pt modelId="{10C7673E-7DD2-4837-B478-30F10FBA6968}" type="pres">
      <dgm:prSet presAssocID="{E4E7A3E8-E3D7-47BE-AFC3-1832443AC9D0}" presName="parentText" presStyleLbl="node1" presStyleIdx="2" presStyleCnt="3">
        <dgm:presLayoutVars>
          <dgm:chMax val="0"/>
          <dgm:bulletEnabled val="1"/>
        </dgm:presLayoutVars>
      </dgm:prSet>
      <dgm:spPr/>
    </dgm:pt>
    <dgm:pt modelId="{9D026325-CB0A-4022-B14E-8AC878F8F543}" type="pres">
      <dgm:prSet presAssocID="{E4E7A3E8-E3D7-47BE-AFC3-1832443AC9D0}" presName="negativeSpace" presStyleCnt="0"/>
      <dgm:spPr/>
    </dgm:pt>
    <dgm:pt modelId="{18ECBF05-FCC9-4775-B7E2-A49AE681A69C}" type="pres">
      <dgm:prSet presAssocID="{E4E7A3E8-E3D7-47BE-AFC3-1832443AC9D0}" presName="childText" presStyleLbl="conFgAcc1" presStyleIdx="2" presStyleCnt="3">
        <dgm:presLayoutVars>
          <dgm:bulletEnabled val="1"/>
        </dgm:presLayoutVars>
      </dgm:prSet>
      <dgm:spPr/>
    </dgm:pt>
  </dgm:ptLst>
  <dgm:cxnLst>
    <dgm:cxn modelId="{795EF208-1443-469D-8E20-CC7C2EEB776C}" type="presOf" srcId="{15040D40-D895-43DF-B72C-B784FE5BC3FC}" destId="{18ECBF05-FCC9-4775-B7E2-A49AE681A69C}" srcOrd="0" destOrd="1" presId="urn:microsoft.com/office/officeart/2005/8/layout/list1"/>
    <dgm:cxn modelId="{E778E909-58D8-4A1A-8F19-661F8E16D677}" type="presOf" srcId="{2336973D-2E3B-4B37-89EB-AEB3A089341A}" destId="{862BD3FB-B710-4AA6-8C37-6254393D5B40}" srcOrd="1" destOrd="0" presId="urn:microsoft.com/office/officeart/2005/8/layout/list1"/>
    <dgm:cxn modelId="{517BD20C-9FD0-4EF2-8DD9-A5A7366FDBD9}" srcId="{ED69E7DE-FABC-4E49-90C2-F9F2A051B8E3}" destId="{62E07F54-EDC8-421F-A114-4A7D95F71F3E}" srcOrd="0" destOrd="0" parTransId="{2A8F6C55-F995-4DB0-813C-F1E3B67CF30F}" sibTransId="{AB5D711F-1A72-435B-8AB9-1ABD52419C51}"/>
    <dgm:cxn modelId="{B9D68D1B-E9BB-446E-B23C-85272A2BB1B5}" srcId="{6077475E-7B97-422F-BEE9-CCFEF184FEFA}" destId="{E4E7A3E8-E3D7-47BE-AFC3-1832443AC9D0}" srcOrd="2" destOrd="0" parTransId="{7617F52A-4973-4478-B8B8-82B1B75C81DF}" sibTransId="{6902D8CC-CA4F-4EBD-9053-EBBFE09941D6}"/>
    <dgm:cxn modelId="{718E4438-8C22-4DC1-B285-A4CAA3C41F2D}" type="presOf" srcId="{F2508227-5EA0-4E12-A4BF-1A0E33E05DC8}" destId="{18ECBF05-FCC9-4775-B7E2-A49AE681A69C}" srcOrd="0" destOrd="2" presId="urn:microsoft.com/office/officeart/2005/8/layout/list1"/>
    <dgm:cxn modelId="{42D4D338-5190-4033-A7C7-8BAE1203FAD3}" type="presOf" srcId="{B731605D-8387-4B45-9F8C-8A83008E6184}" destId="{18ECBF05-FCC9-4775-B7E2-A49AE681A69C}" srcOrd="0" destOrd="0" presId="urn:microsoft.com/office/officeart/2005/8/layout/list1"/>
    <dgm:cxn modelId="{BDCE893B-5528-420F-AD29-FCC9E2B2F14C}" srcId="{ED69E7DE-FABC-4E49-90C2-F9F2A051B8E3}" destId="{E8F8499C-AEE6-4B78-8FCC-69397975055A}" srcOrd="2" destOrd="0" parTransId="{80BE5C6E-1636-4C35-8223-91C7842DE4FD}" sibTransId="{7CE7C057-ADA5-40F4-9FBA-57FF410BE96E}"/>
    <dgm:cxn modelId="{B307383C-B3A6-45B0-B802-33A2F1868D47}" srcId="{6077475E-7B97-422F-BEE9-CCFEF184FEFA}" destId="{ED69E7DE-FABC-4E49-90C2-F9F2A051B8E3}" srcOrd="0" destOrd="0" parTransId="{ABC93571-E2D3-4E48-8977-2922862AF7DA}" sibTransId="{6E9BD0D4-020B-47C3-94DD-05FAB387BDA3}"/>
    <dgm:cxn modelId="{815A1D63-8C1C-4ADB-A080-781FFD15A831}" type="presOf" srcId="{6077475E-7B97-422F-BEE9-CCFEF184FEFA}" destId="{CB798FDD-8D23-4331-A589-4A1C2614E5E0}" srcOrd="0" destOrd="0" presId="urn:microsoft.com/office/officeart/2005/8/layout/list1"/>
    <dgm:cxn modelId="{71593B67-BD9A-44CC-ACF6-261B170C3A92}" type="presOf" srcId="{6CB6DF3C-409D-4CA8-AA8B-A9FA179BF39B}" destId="{71915339-700C-441C-AAC4-5FCF1D92D714}" srcOrd="0" destOrd="5" presId="urn:microsoft.com/office/officeart/2005/8/layout/list1"/>
    <dgm:cxn modelId="{EBCD084A-7D6D-4499-8E20-B20ADE03B4D8}" type="presOf" srcId="{E8F8499C-AEE6-4B78-8FCC-69397975055A}" destId="{71915339-700C-441C-AAC4-5FCF1D92D714}" srcOrd="0" destOrd="2" presId="urn:microsoft.com/office/officeart/2005/8/layout/list1"/>
    <dgm:cxn modelId="{B58D2C6F-4F84-49DC-B22A-D29C1B5DD5A9}" srcId="{E4E7A3E8-E3D7-47BE-AFC3-1832443AC9D0}" destId="{F2508227-5EA0-4E12-A4BF-1A0E33E05DC8}" srcOrd="2" destOrd="0" parTransId="{C0863F44-83FD-4904-8D30-C5666799D3B5}" sibTransId="{4934E1AC-645B-4210-9197-08577B498ADA}"/>
    <dgm:cxn modelId="{7B511E72-0722-4661-9DBF-21140DA39750}" srcId="{ED69E7DE-FABC-4E49-90C2-F9F2A051B8E3}" destId="{7DED384F-FC8A-4856-87FC-4E9D6843BAF4}" srcOrd="3" destOrd="0" parTransId="{365E29A1-37ED-4413-8F19-CF74CD4B422D}" sibTransId="{9AFEDF0A-991B-4237-9BB1-C422E02BA9A4}"/>
    <dgm:cxn modelId="{3F0A6777-EB14-48D2-A29A-B178CF78474C}" type="presOf" srcId="{E4E7A3E8-E3D7-47BE-AFC3-1832443AC9D0}" destId="{77B6BAE8-3FE2-484E-ABF5-A3552CCBB673}" srcOrd="0" destOrd="0" presId="urn:microsoft.com/office/officeart/2005/8/layout/list1"/>
    <dgm:cxn modelId="{9418F378-C1F9-46F4-8BF0-38092C87BBA2}" srcId="{E4E7A3E8-E3D7-47BE-AFC3-1832443AC9D0}" destId="{15040D40-D895-43DF-B72C-B784FE5BC3FC}" srcOrd="1" destOrd="0" parTransId="{C7D308C7-E427-4875-8DD5-111B75E1C64B}" sibTransId="{007B3ED3-3D42-4D5E-BA9F-24D816685838}"/>
    <dgm:cxn modelId="{19ACE779-32DE-49A8-B5CE-A8BE7E506008}" type="presOf" srcId="{FCF175F7-F505-46A3-A892-C3031C9FEB26}" destId="{71915339-700C-441C-AAC4-5FCF1D92D714}" srcOrd="0" destOrd="4" presId="urn:microsoft.com/office/officeart/2005/8/layout/list1"/>
    <dgm:cxn modelId="{BFFFE07B-355B-44BB-83F1-0F7770DBA477}" type="presOf" srcId="{62E07F54-EDC8-421F-A114-4A7D95F71F3E}" destId="{71915339-700C-441C-AAC4-5FCF1D92D714}" srcOrd="0" destOrd="0" presId="urn:microsoft.com/office/officeart/2005/8/layout/list1"/>
    <dgm:cxn modelId="{E762A87D-59A1-45BE-9DCD-FC4115D5A298}" type="presOf" srcId="{ED69E7DE-FABC-4E49-90C2-F9F2A051B8E3}" destId="{4B0989ED-DF44-4577-9342-5FDCB40BAB03}" srcOrd="0" destOrd="0" presId="urn:microsoft.com/office/officeart/2005/8/layout/list1"/>
    <dgm:cxn modelId="{9F7BFD8D-C122-4522-8BA5-413B05FE5B14}" srcId="{ED69E7DE-FABC-4E49-90C2-F9F2A051B8E3}" destId="{1483A46C-02C4-4D45-9D81-624DBB95F514}" srcOrd="1" destOrd="0" parTransId="{6E0A0341-4F62-4DC8-B016-643B8D3E9723}" sibTransId="{3107E9D6-38CC-4A34-A06F-C2CD6794CE74}"/>
    <dgm:cxn modelId="{FF869BA1-2DAA-4898-8A45-0F4785AB6BC0}" type="presOf" srcId="{E4E7A3E8-E3D7-47BE-AFC3-1832443AC9D0}" destId="{10C7673E-7DD2-4837-B478-30F10FBA6968}" srcOrd="1" destOrd="0" presId="urn:microsoft.com/office/officeart/2005/8/layout/list1"/>
    <dgm:cxn modelId="{AD3A1FA2-346A-466B-9BA9-1FE49B075B0F}" srcId="{ED69E7DE-FABC-4E49-90C2-F9F2A051B8E3}" destId="{6CB6DF3C-409D-4CA8-AA8B-A9FA179BF39B}" srcOrd="5" destOrd="0" parTransId="{5DD8FC18-7661-49EA-B0CF-511B71A3203B}" sibTransId="{B03AC43A-1894-4603-974C-E8F1A0C52604}"/>
    <dgm:cxn modelId="{A46371B8-3986-4861-9CD7-D9575FBA55D3}" srcId="{E4E7A3E8-E3D7-47BE-AFC3-1832443AC9D0}" destId="{B731605D-8387-4B45-9F8C-8A83008E6184}" srcOrd="0" destOrd="0" parTransId="{38B82178-CE03-4434-BE66-403322C85E63}" sibTransId="{9E1A7C71-70C9-40C1-A151-F346D03FCC4C}"/>
    <dgm:cxn modelId="{9B125ABD-F76E-41CE-8237-C7BC91A26A67}" type="presOf" srcId="{2336973D-2E3B-4B37-89EB-AEB3A089341A}" destId="{45A5B711-7479-45E6-8F83-B1C1032E88E2}" srcOrd="0" destOrd="0" presId="urn:microsoft.com/office/officeart/2005/8/layout/list1"/>
    <dgm:cxn modelId="{6FB79CBD-43CA-4DCC-A6DA-39B5AB8981E7}" srcId="{2336973D-2E3B-4B37-89EB-AEB3A089341A}" destId="{3ED891BE-D0BB-4898-8072-3E9BF4E9448A}" srcOrd="0" destOrd="0" parTransId="{9DB7C584-C623-4764-B54D-DFD852168A69}" sibTransId="{CAAA9BEE-87B5-42F2-82F1-3A0C460CB0FC}"/>
    <dgm:cxn modelId="{5A268CC1-A242-4926-9C9F-ADBD20AAF9E3}" srcId="{ED69E7DE-FABC-4E49-90C2-F9F2A051B8E3}" destId="{FCF175F7-F505-46A3-A892-C3031C9FEB26}" srcOrd="4" destOrd="0" parTransId="{930119C4-71F0-41EE-84D8-003CF0045FFE}" sibTransId="{547A1831-39B7-44FF-B96A-741FED6971A3}"/>
    <dgm:cxn modelId="{B22F73DA-92A0-40E7-B267-6C16994EBBEF}" type="presOf" srcId="{7DED384F-FC8A-4856-87FC-4E9D6843BAF4}" destId="{71915339-700C-441C-AAC4-5FCF1D92D714}" srcOrd="0" destOrd="3" presId="urn:microsoft.com/office/officeart/2005/8/layout/list1"/>
    <dgm:cxn modelId="{52CB54E0-B530-4552-B04F-2DCF42EB1EA3}" type="presOf" srcId="{2243167D-40BF-4131-8623-189639F28D54}" destId="{0659CF80-7020-478C-8636-52450B9439AA}" srcOrd="0" destOrd="1" presId="urn:microsoft.com/office/officeart/2005/8/layout/list1"/>
    <dgm:cxn modelId="{4E77B2E4-82B8-484A-8983-2F5F8AD0750E}" srcId="{2336973D-2E3B-4B37-89EB-AEB3A089341A}" destId="{2243167D-40BF-4131-8623-189639F28D54}" srcOrd="1" destOrd="0" parTransId="{AF762B5B-BAD1-41C8-8B23-110FF676AE81}" sibTransId="{3F04014F-F182-4360-A05B-0D7F31576465}"/>
    <dgm:cxn modelId="{BD8EC0F0-10B2-449E-8EAD-2090F1825449}" type="presOf" srcId="{ED69E7DE-FABC-4E49-90C2-F9F2A051B8E3}" destId="{6123423C-C221-4A8F-81F0-EA7A1940104F}" srcOrd="1" destOrd="0" presId="urn:microsoft.com/office/officeart/2005/8/layout/list1"/>
    <dgm:cxn modelId="{553F57F9-0472-40EB-8323-8F7C4421DC69}" type="presOf" srcId="{3ED891BE-D0BB-4898-8072-3E9BF4E9448A}" destId="{0659CF80-7020-478C-8636-52450B9439AA}" srcOrd="0" destOrd="0" presId="urn:microsoft.com/office/officeart/2005/8/layout/list1"/>
    <dgm:cxn modelId="{EA4EF9F9-8727-497F-814A-37F0C5F192A3}" srcId="{6077475E-7B97-422F-BEE9-CCFEF184FEFA}" destId="{2336973D-2E3B-4B37-89EB-AEB3A089341A}" srcOrd="1" destOrd="0" parTransId="{49823712-24D8-40DE-8EB1-D21B13790B76}" sibTransId="{6461D8E9-B1E6-4A2F-9A84-F229AD120EED}"/>
    <dgm:cxn modelId="{86AE85FE-2B0F-4380-B816-E59FBC0D5746}" type="presOf" srcId="{1483A46C-02C4-4D45-9D81-624DBB95F514}" destId="{71915339-700C-441C-AAC4-5FCF1D92D714}" srcOrd="0" destOrd="1" presId="urn:microsoft.com/office/officeart/2005/8/layout/list1"/>
    <dgm:cxn modelId="{A1A72106-32F8-4D60-84CA-F9C6676611AB}" type="presParOf" srcId="{CB798FDD-8D23-4331-A589-4A1C2614E5E0}" destId="{7ECEA814-38D3-4DEF-8C0D-2D67610CB2B6}" srcOrd="0" destOrd="0" presId="urn:microsoft.com/office/officeart/2005/8/layout/list1"/>
    <dgm:cxn modelId="{E3568C17-7227-45D7-BCA3-DEE4F1BC6862}" type="presParOf" srcId="{7ECEA814-38D3-4DEF-8C0D-2D67610CB2B6}" destId="{4B0989ED-DF44-4577-9342-5FDCB40BAB03}" srcOrd="0" destOrd="0" presId="urn:microsoft.com/office/officeart/2005/8/layout/list1"/>
    <dgm:cxn modelId="{01E52840-B61A-46B5-88FC-EB60124FF3C0}" type="presParOf" srcId="{7ECEA814-38D3-4DEF-8C0D-2D67610CB2B6}" destId="{6123423C-C221-4A8F-81F0-EA7A1940104F}" srcOrd="1" destOrd="0" presId="urn:microsoft.com/office/officeart/2005/8/layout/list1"/>
    <dgm:cxn modelId="{731F294B-5184-467E-8ACD-7806C2E5726B}" type="presParOf" srcId="{CB798FDD-8D23-4331-A589-4A1C2614E5E0}" destId="{9693ED1E-439B-43BA-A07E-51CB59791C7C}" srcOrd="1" destOrd="0" presId="urn:microsoft.com/office/officeart/2005/8/layout/list1"/>
    <dgm:cxn modelId="{C5625F49-C244-4E08-8D31-9EE0C361C3B7}" type="presParOf" srcId="{CB798FDD-8D23-4331-A589-4A1C2614E5E0}" destId="{71915339-700C-441C-AAC4-5FCF1D92D714}" srcOrd="2" destOrd="0" presId="urn:microsoft.com/office/officeart/2005/8/layout/list1"/>
    <dgm:cxn modelId="{5140F601-413B-46D1-A898-29D78E579E71}" type="presParOf" srcId="{CB798FDD-8D23-4331-A589-4A1C2614E5E0}" destId="{26C8CC80-F8A1-4D4C-A9EA-D78AAFBF7B33}" srcOrd="3" destOrd="0" presId="urn:microsoft.com/office/officeart/2005/8/layout/list1"/>
    <dgm:cxn modelId="{3DA665E4-725D-42A1-8DA0-55A011D6AAD0}" type="presParOf" srcId="{CB798FDD-8D23-4331-A589-4A1C2614E5E0}" destId="{3E2D4595-ACA4-490B-81D0-D09AB5B1B3C1}" srcOrd="4" destOrd="0" presId="urn:microsoft.com/office/officeart/2005/8/layout/list1"/>
    <dgm:cxn modelId="{A13E27F5-06D5-4792-BF0F-E4F83154F01C}" type="presParOf" srcId="{3E2D4595-ACA4-490B-81D0-D09AB5B1B3C1}" destId="{45A5B711-7479-45E6-8F83-B1C1032E88E2}" srcOrd="0" destOrd="0" presId="urn:microsoft.com/office/officeart/2005/8/layout/list1"/>
    <dgm:cxn modelId="{BEC34448-97B2-4B3E-A4AC-79FF507E1A97}" type="presParOf" srcId="{3E2D4595-ACA4-490B-81D0-D09AB5B1B3C1}" destId="{862BD3FB-B710-4AA6-8C37-6254393D5B40}" srcOrd="1" destOrd="0" presId="urn:microsoft.com/office/officeart/2005/8/layout/list1"/>
    <dgm:cxn modelId="{1DDB2222-4D76-47B8-859E-AE6B5C71E4DB}" type="presParOf" srcId="{CB798FDD-8D23-4331-A589-4A1C2614E5E0}" destId="{139CC28E-CB0B-4483-9786-CFDCCE646819}" srcOrd="5" destOrd="0" presId="urn:microsoft.com/office/officeart/2005/8/layout/list1"/>
    <dgm:cxn modelId="{35954E05-121F-41F1-87A4-354BC4CB93E3}" type="presParOf" srcId="{CB798FDD-8D23-4331-A589-4A1C2614E5E0}" destId="{0659CF80-7020-478C-8636-52450B9439AA}" srcOrd="6" destOrd="0" presId="urn:microsoft.com/office/officeart/2005/8/layout/list1"/>
    <dgm:cxn modelId="{D044DEF3-9468-497D-86FD-07D94333E7BD}" type="presParOf" srcId="{CB798FDD-8D23-4331-A589-4A1C2614E5E0}" destId="{6050380F-5B5F-4E9A-92F3-E3C78F77562D}" srcOrd="7" destOrd="0" presId="urn:microsoft.com/office/officeart/2005/8/layout/list1"/>
    <dgm:cxn modelId="{CC10D4D3-7152-4756-844D-DB9682A4FBA8}" type="presParOf" srcId="{CB798FDD-8D23-4331-A589-4A1C2614E5E0}" destId="{9AF9023F-8F34-4403-B229-304707712889}" srcOrd="8" destOrd="0" presId="urn:microsoft.com/office/officeart/2005/8/layout/list1"/>
    <dgm:cxn modelId="{A949D650-42B0-449F-85C6-6F0E6825B9AE}" type="presParOf" srcId="{9AF9023F-8F34-4403-B229-304707712889}" destId="{77B6BAE8-3FE2-484E-ABF5-A3552CCBB673}" srcOrd="0" destOrd="0" presId="urn:microsoft.com/office/officeart/2005/8/layout/list1"/>
    <dgm:cxn modelId="{EB0ECAC9-C128-43D0-B83A-427041C92F53}" type="presParOf" srcId="{9AF9023F-8F34-4403-B229-304707712889}" destId="{10C7673E-7DD2-4837-B478-30F10FBA6968}" srcOrd="1" destOrd="0" presId="urn:microsoft.com/office/officeart/2005/8/layout/list1"/>
    <dgm:cxn modelId="{E2376DA7-8CD3-471E-9763-96383C92F9D7}" type="presParOf" srcId="{CB798FDD-8D23-4331-A589-4A1C2614E5E0}" destId="{9D026325-CB0A-4022-B14E-8AC878F8F543}" srcOrd="9" destOrd="0" presId="urn:microsoft.com/office/officeart/2005/8/layout/list1"/>
    <dgm:cxn modelId="{13255103-C81F-4452-9131-83AF81AEFA2D}" type="presParOf" srcId="{CB798FDD-8D23-4331-A589-4A1C2614E5E0}" destId="{18ECBF05-FCC9-4775-B7E2-A49AE681A69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DDF70-54A0-4948-BC90-C58E010E7597}">
      <dsp:nvSpPr>
        <dsp:cNvPr id="0" name=""/>
        <dsp:cNvSpPr/>
      </dsp:nvSpPr>
      <dsp:spPr>
        <a:xfrm>
          <a:off x="0" y="477"/>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8B3163-D2A4-4C7E-8F80-F8615409A5F6}">
      <dsp:nvSpPr>
        <dsp:cNvPr id="0" name=""/>
        <dsp:cNvSpPr/>
      </dsp:nvSpPr>
      <dsp:spPr>
        <a:xfrm>
          <a:off x="198881" y="148405"/>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8E48C1-15DD-4BF5-A79C-E43C20ECE41F}">
      <dsp:nvSpPr>
        <dsp:cNvPr id="0" name=""/>
        <dsp:cNvSpPr/>
      </dsp:nvSpPr>
      <dsp:spPr>
        <a:xfrm>
          <a:off x="759363" y="477"/>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100000"/>
            </a:lnSpc>
            <a:spcBef>
              <a:spcPct val="0"/>
            </a:spcBef>
            <a:spcAft>
              <a:spcPct val="35000"/>
            </a:spcAft>
            <a:buNone/>
          </a:pPr>
          <a:r>
            <a:rPr lang="en-IN" sz="1600" kern="1200"/>
            <a:t>The system uses </a:t>
          </a:r>
          <a:r>
            <a:rPr lang="en-IN" sz="1600" b="1" kern="1200"/>
            <a:t>pre‑collected student photos</a:t>
          </a:r>
          <a:r>
            <a:rPr lang="en-IN" sz="1600" kern="1200"/>
            <a:t> (4–5 images per student) as the dataset.</a:t>
          </a:r>
          <a:endParaRPr lang="en-US" sz="1600" kern="1200"/>
        </a:p>
      </dsp:txBody>
      <dsp:txXfrm>
        <a:off x="759363" y="477"/>
        <a:ext cx="5485901" cy="657457"/>
      </dsp:txXfrm>
    </dsp:sp>
    <dsp:sp modelId="{42266C14-9CAF-479A-BB3D-8C3A944FBA1E}">
      <dsp:nvSpPr>
        <dsp:cNvPr id="0" name=""/>
        <dsp:cNvSpPr/>
      </dsp:nvSpPr>
      <dsp:spPr>
        <a:xfrm>
          <a:off x="0" y="822299"/>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D1A632-DC7B-4256-93C4-312024D60410}">
      <dsp:nvSpPr>
        <dsp:cNvPr id="0" name=""/>
        <dsp:cNvSpPr/>
      </dsp:nvSpPr>
      <dsp:spPr>
        <a:xfrm>
          <a:off x="198881" y="970227"/>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607FA0-04DA-419D-AF1E-B39C36E96462}">
      <dsp:nvSpPr>
        <dsp:cNvPr id="0" name=""/>
        <dsp:cNvSpPr/>
      </dsp:nvSpPr>
      <dsp:spPr>
        <a:xfrm>
          <a:off x="759363" y="822299"/>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100000"/>
            </a:lnSpc>
            <a:spcBef>
              <a:spcPct val="0"/>
            </a:spcBef>
            <a:spcAft>
              <a:spcPct val="35000"/>
            </a:spcAft>
            <a:buNone/>
          </a:pPr>
          <a:r>
            <a:rPr lang="en-IN" sz="1600" kern="1200"/>
            <a:t>These photos are used to </a:t>
          </a:r>
          <a:r>
            <a:rPr lang="en-IN" sz="1600" b="1" kern="1200"/>
            <a:t>train the recognition model</a:t>
          </a:r>
          <a:r>
            <a:rPr lang="en-IN" sz="1600" kern="1200"/>
            <a:t>.</a:t>
          </a:r>
          <a:endParaRPr lang="en-US" sz="1600" kern="1200"/>
        </a:p>
      </dsp:txBody>
      <dsp:txXfrm>
        <a:off x="759363" y="822299"/>
        <a:ext cx="5485901" cy="657457"/>
      </dsp:txXfrm>
    </dsp:sp>
    <dsp:sp modelId="{A54015B5-C1A6-40F6-BD77-4265A335FA7F}">
      <dsp:nvSpPr>
        <dsp:cNvPr id="0" name=""/>
        <dsp:cNvSpPr/>
      </dsp:nvSpPr>
      <dsp:spPr>
        <a:xfrm>
          <a:off x="0" y="1644122"/>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F42971-94D4-4432-AA11-A635B748E197}">
      <dsp:nvSpPr>
        <dsp:cNvPr id="0" name=""/>
        <dsp:cNvSpPr/>
      </dsp:nvSpPr>
      <dsp:spPr>
        <a:xfrm>
          <a:off x="198881" y="1792050"/>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1D1A19-08BE-47B6-935B-ED18B242368F}">
      <dsp:nvSpPr>
        <dsp:cNvPr id="0" name=""/>
        <dsp:cNvSpPr/>
      </dsp:nvSpPr>
      <dsp:spPr>
        <a:xfrm>
          <a:off x="759363" y="1644122"/>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100000"/>
            </a:lnSpc>
            <a:spcBef>
              <a:spcPct val="0"/>
            </a:spcBef>
            <a:spcAft>
              <a:spcPct val="35000"/>
            </a:spcAft>
            <a:buNone/>
          </a:pPr>
          <a:r>
            <a:rPr lang="en-IN" sz="1600" b="1" kern="1200"/>
            <a:t>Haar Cascade algorithm</a:t>
          </a:r>
          <a:r>
            <a:rPr lang="en-IN" sz="1600" kern="1200"/>
            <a:t> is applied to detect faces in the images.</a:t>
          </a:r>
          <a:endParaRPr lang="en-US" sz="1600" kern="1200"/>
        </a:p>
      </dsp:txBody>
      <dsp:txXfrm>
        <a:off x="759363" y="1644122"/>
        <a:ext cx="5485901" cy="657457"/>
      </dsp:txXfrm>
    </dsp:sp>
    <dsp:sp modelId="{8786BD81-6CC3-40C8-98D5-ABF3A77764CE}">
      <dsp:nvSpPr>
        <dsp:cNvPr id="0" name=""/>
        <dsp:cNvSpPr/>
      </dsp:nvSpPr>
      <dsp:spPr>
        <a:xfrm>
          <a:off x="0" y="2465944"/>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0535BE-9C25-42E2-94CA-7BCCE767EA04}">
      <dsp:nvSpPr>
        <dsp:cNvPr id="0" name=""/>
        <dsp:cNvSpPr/>
      </dsp:nvSpPr>
      <dsp:spPr>
        <a:xfrm>
          <a:off x="198881" y="2613872"/>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0FC8E6-0BB6-45BE-8B44-453680B26AEB}">
      <dsp:nvSpPr>
        <dsp:cNvPr id="0" name=""/>
        <dsp:cNvSpPr/>
      </dsp:nvSpPr>
      <dsp:spPr>
        <a:xfrm>
          <a:off x="759363" y="2465944"/>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100000"/>
            </a:lnSpc>
            <a:spcBef>
              <a:spcPct val="0"/>
            </a:spcBef>
            <a:spcAft>
              <a:spcPct val="35000"/>
            </a:spcAft>
            <a:buNone/>
          </a:pPr>
          <a:r>
            <a:rPr lang="en-IN" sz="1600" b="1" kern="1200"/>
            <a:t>LBPH (Local Binary Pattern Histogram)</a:t>
          </a:r>
          <a:r>
            <a:rPr lang="en-IN" sz="1600" kern="1200"/>
            <a:t> algorithm is used to recognize which student the face belongs to.</a:t>
          </a:r>
          <a:endParaRPr lang="en-US" sz="1600" kern="1200"/>
        </a:p>
      </dsp:txBody>
      <dsp:txXfrm>
        <a:off x="759363" y="2465944"/>
        <a:ext cx="5485901" cy="657457"/>
      </dsp:txXfrm>
    </dsp:sp>
    <dsp:sp modelId="{B6E59AD5-24F7-4CF2-9305-C64412E20BE5}">
      <dsp:nvSpPr>
        <dsp:cNvPr id="0" name=""/>
        <dsp:cNvSpPr/>
      </dsp:nvSpPr>
      <dsp:spPr>
        <a:xfrm>
          <a:off x="0" y="3287766"/>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8AD444-A0A2-4AC2-9CED-C6F19CFDCAF8}">
      <dsp:nvSpPr>
        <dsp:cNvPr id="0" name=""/>
        <dsp:cNvSpPr/>
      </dsp:nvSpPr>
      <dsp:spPr>
        <a:xfrm>
          <a:off x="198881" y="3435694"/>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C4580D-EFCC-488E-970F-0190D1FA7A86}">
      <dsp:nvSpPr>
        <dsp:cNvPr id="0" name=""/>
        <dsp:cNvSpPr/>
      </dsp:nvSpPr>
      <dsp:spPr>
        <a:xfrm>
          <a:off x="759363" y="3287766"/>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100000"/>
            </a:lnSpc>
            <a:spcBef>
              <a:spcPct val="0"/>
            </a:spcBef>
            <a:spcAft>
              <a:spcPct val="35000"/>
            </a:spcAft>
            <a:buNone/>
          </a:pPr>
          <a:r>
            <a:rPr lang="en-IN" sz="1600" kern="1200"/>
            <a:t>During testing, a single photo of a student is given, and the system matches it against the dataset.</a:t>
          </a:r>
          <a:endParaRPr lang="en-US" sz="1600" kern="1200"/>
        </a:p>
      </dsp:txBody>
      <dsp:txXfrm>
        <a:off x="759363" y="3287766"/>
        <a:ext cx="5485901" cy="657457"/>
      </dsp:txXfrm>
    </dsp:sp>
    <dsp:sp modelId="{7074291A-3C8A-4F92-A3F0-D2C4F24B3213}">
      <dsp:nvSpPr>
        <dsp:cNvPr id="0" name=""/>
        <dsp:cNvSpPr/>
      </dsp:nvSpPr>
      <dsp:spPr>
        <a:xfrm>
          <a:off x="0" y="4109589"/>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530AE4-994B-416A-9E40-351B22CBB9E3}">
      <dsp:nvSpPr>
        <dsp:cNvPr id="0" name=""/>
        <dsp:cNvSpPr/>
      </dsp:nvSpPr>
      <dsp:spPr>
        <a:xfrm>
          <a:off x="198881" y="4257517"/>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B8DDCA-ECE8-4120-9CCA-3629EC278F31}">
      <dsp:nvSpPr>
        <dsp:cNvPr id="0" name=""/>
        <dsp:cNvSpPr/>
      </dsp:nvSpPr>
      <dsp:spPr>
        <a:xfrm>
          <a:off x="759363" y="4109589"/>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100000"/>
            </a:lnSpc>
            <a:spcBef>
              <a:spcPct val="0"/>
            </a:spcBef>
            <a:spcAft>
              <a:spcPct val="35000"/>
            </a:spcAft>
            <a:buNone/>
          </a:pPr>
          <a:r>
            <a:rPr lang="en-IN" sz="1600" kern="1200"/>
            <a:t>If recognized, the student’s </a:t>
          </a:r>
          <a:r>
            <a:rPr lang="en-IN" sz="1600" b="1" kern="1200"/>
            <a:t>name, date, and time</a:t>
          </a:r>
          <a:r>
            <a:rPr lang="en-IN" sz="1600" kern="1200"/>
            <a:t> are automatically saved in a CSV file as attendance.</a:t>
          </a:r>
          <a:endParaRPr lang="en-US" sz="1600" kern="1200"/>
        </a:p>
      </dsp:txBody>
      <dsp:txXfrm>
        <a:off x="759363" y="4109589"/>
        <a:ext cx="5485901" cy="657457"/>
      </dsp:txXfrm>
    </dsp:sp>
    <dsp:sp modelId="{329CD088-1D51-4C0B-95B6-BF709612F58E}">
      <dsp:nvSpPr>
        <dsp:cNvPr id="0" name=""/>
        <dsp:cNvSpPr/>
      </dsp:nvSpPr>
      <dsp:spPr>
        <a:xfrm>
          <a:off x="0" y="4931411"/>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42D61F-6E96-4BBB-BD12-3F0370D933A3}">
      <dsp:nvSpPr>
        <dsp:cNvPr id="0" name=""/>
        <dsp:cNvSpPr/>
      </dsp:nvSpPr>
      <dsp:spPr>
        <a:xfrm>
          <a:off x="198881" y="5079339"/>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0919B9-C4CA-4E16-93C3-055604EEE1C1}">
      <dsp:nvSpPr>
        <dsp:cNvPr id="0" name=""/>
        <dsp:cNvSpPr/>
      </dsp:nvSpPr>
      <dsp:spPr>
        <a:xfrm>
          <a:off x="759363" y="4931411"/>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100000"/>
            </a:lnSpc>
            <a:spcBef>
              <a:spcPct val="0"/>
            </a:spcBef>
            <a:spcAft>
              <a:spcPct val="35000"/>
            </a:spcAft>
            <a:buNone/>
          </a:pPr>
          <a:r>
            <a:rPr lang="en-IN" sz="1600" kern="1200"/>
            <a:t>Provides a </a:t>
          </a:r>
          <a:r>
            <a:rPr lang="en-IN" sz="1600" b="1" kern="1200"/>
            <a:t>low‑cost, contactless, and reliable solution</a:t>
          </a:r>
          <a:r>
            <a:rPr lang="en-IN" sz="1600" kern="1200"/>
            <a:t> that avoids proxy attendance and reduces manual effort.</a:t>
          </a:r>
          <a:endParaRPr lang="en-US" sz="1600" kern="1200"/>
        </a:p>
      </dsp:txBody>
      <dsp:txXfrm>
        <a:off x="759363" y="4931411"/>
        <a:ext cx="5485901" cy="6574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995A92-874A-4960-913E-39256C632168}">
      <dsp:nvSpPr>
        <dsp:cNvPr id="0" name=""/>
        <dsp:cNvSpPr/>
      </dsp:nvSpPr>
      <dsp:spPr>
        <a:xfrm>
          <a:off x="622800" y="127566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87295D-4FF7-41DB-816F-6E45CD72D61F}">
      <dsp:nvSpPr>
        <dsp:cNvPr id="0" name=""/>
        <dsp:cNvSpPr/>
      </dsp:nvSpPr>
      <dsp:spPr>
        <a:xfrm>
          <a:off x="127800" y="235567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b="1" kern="1200"/>
            <a:t>Dataset Layer</a:t>
          </a:r>
          <a:r>
            <a:rPr lang="en-IN" sz="1100" kern="1200"/>
            <a:t> → Stores 4–5 photos of each student for training.</a:t>
          </a:r>
          <a:endParaRPr lang="en-US" sz="1100" kern="1200"/>
        </a:p>
      </dsp:txBody>
      <dsp:txXfrm>
        <a:off x="127800" y="2355670"/>
        <a:ext cx="1800000" cy="720000"/>
      </dsp:txXfrm>
    </dsp:sp>
    <dsp:sp modelId="{95D061A6-062A-48EE-8A6D-2D6B67E450FA}">
      <dsp:nvSpPr>
        <dsp:cNvPr id="0" name=""/>
        <dsp:cNvSpPr/>
      </dsp:nvSpPr>
      <dsp:spPr>
        <a:xfrm>
          <a:off x="2737800" y="127566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AD448B-9376-450D-A729-231DD96B82BB}">
      <dsp:nvSpPr>
        <dsp:cNvPr id="0" name=""/>
        <dsp:cNvSpPr/>
      </dsp:nvSpPr>
      <dsp:spPr>
        <a:xfrm>
          <a:off x="2242800" y="235567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b="1" kern="1200"/>
            <a:t>Face Detection Module</a:t>
          </a:r>
          <a:r>
            <a:rPr lang="en-IN" sz="1100" kern="1200"/>
            <a:t> → Uses Haar Cascade algorithm to detect faces in images.</a:t>
          </a:r>
          <a:endParaRPr lang="en-US" sz="1100" kern="1200"/>
        </a:p>
      </dsp:txBody>
      <dsp:txXfrm>
        <a:off x="2242800" y="2355670"/>
        <a:ext cx="1800000" cy="720000"/>
      </dsp:txXfrm>
    </dsp:sp>
    <dsp:sp modelId="{7FE86212-C260-498D-8CE4-59CE3B006094}">
      <dsp:nvSpPr>
        <dsp:cNvPr id="0" name=""/>
        <dsp:cNvSpPr/>
      </dsp:nvSpPr>
      <dsp:spPr>
        <a:xfrm>
          <a:off x="4852800" y="127566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E734DA-1909-4E15-9D59-7EC85B88D217}">
      <dsp:nvSpPr>
        <dsp:cNvPr id="0" name=""/>
        <dsp:cNvSpPr/>
      </dsp:nvSpPr>
      <dsp:spPr>
        <a:xfrm>
          <a:off x="4357800" y="235567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b="1" kern="1200"/>
            <a:t>Face Recognition Module</a:t>
          </a:r>
          <a:r>
            <a:rPr lang="en-IN" sz="1100" kern="1200"/>
            <a:t> → Applies LBPH algorithm to identify which student the face belongs to.</a:t>
          </a:r>
          <a:endParaRPr lang="en-US" sz="1100" kern="1200"/>
        </a:p>
      </dsp:txBody>
      <dsp:txXfrm>
        <a:off x="4357800" y="2355670"/>
        <a:ext cx="1800000" cy="720000"/>
      </dsp:txXfrm>
    </dsp:sp>
    <dsp:sp modelId="{A0770827-A1A6-4EAB-A853-598B84CC7410}">
      <dsp:nvSpPr>
        <dsp:cNvPr id="0" name=""/>
        <dsp:cNvSpPr/>
      </dsp:nvSpPr>
      <dsp:spPr>
        <a:xfrm>
          <a:off x="6967800" y="127566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DEB467-4262-4E04-B758-3AFD13ACDC9A}">
      <dsp:nvSpPr>
        <dsp:cNvPr id="0" name=""/>
        <dsp:cNvSpPr/>
      </dsp:nvSpPr>
      <dsp:spPr>
        <a:xfrm>
          <a:off x="6472800" y="235567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b="1" kern="1200"/>
            <a:t>Attendance Logging Layer</a:t>
          </a:r>
          <a:r>
            <a:rPr lang="en-IN" sz="1100" kern="1200"/>
            <a:t> → Saves recognized student’s name, date, and time into a CSV file.</a:t>
          </a:r>
          <a:endParaRPr lang="en-US" sz="1100" kern="1200"/>
        </a:p>
      </dsp:txBody>
      <dsp:txXfrm>
        <a:off x="6472800" y="2355670"/>
        <a:ext cx="1800000" cy="720000"/>
      </dsp:txXfrm>
    </dsp:sp>
    <dsp:sp modelId="{C6BCC019-DBDE-4C67-882C-160C371776E2}">
      <dsp:nvSpPr>
        <dsp:cNvPr id="0" name=""/>
        <dsp:cNvSpPr/>
      </dsp:nvSpPr>
      <dsp:spPr>
        <a:xfrm>
          <a:off x="9082800" y="127566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F29FE3-D212-4E28-9125-9EB30B6AEC1D}">
      <dsp:nvSpPr>
        <dsp:cNvPr id="0" name=""/>
        <dsp:cNvSpPr/>
      </dsp:nvSpPr>
      <dsp:spPr>
        <a:xfrm>
          <a:off x="8587800" y="235567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b="1" kern="1200"/>
            <a:t>Data Flow</a:t>
          </a:r>
          <a:r>
            <a:rPr lang="en-IN" sz="1100" kern="1200"/>
            <a:t> → Input photo → Detection → Recognition → Attendance record.</a:t>
          </a:r>
          <a:endParaRPr lang="en-US" sz="1100" kern="1200"/>
        </a:p>
      </dsp:txBody>
      <dsp:txXfrm>
        <a:off x="8587800" y="2355670"/>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915339-700C-441C-AAC4-5FCF1D92D714}">
      <dsp:nvSpPr>
        <dsp:cNvPr id="0" name=""/>
        <dsp:cNvSpPr/>
      </dsp:nvSpPr>
      <dsp:spPr>
        <a:xfrm>
          <a:off x="0" y="362502"/>
          <a:ext cx="10515600" cy="1890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IN" sz="1500" kern="1200"/>
            <a:t>Collect 4–5 photos of each student and store them in the dataset.</a:t>
          </a:r>
          <a:endParaRPr lang="en-US" sz="1500" kern="1200"/>
        </a:p>
        <a:p>
          <a:pPr marL="114300" lvl="1" indent="-114300" algn="l" defTabSz="666750">
            <a:lnSpc>
              <a:spcPct val="90000"/>
            </a:lnSpc>
            <a:spcBef>
              <a:spcPct val="0"/>
            </a:spcBef>
            <a:spcAft>
              <a:spcPct val="15000"/>
            </a:spcAft>
            <a:buChar char="•"/>
          </a:pPr>
          <a:r>
            <a:rPr lang="en-IN" sz="1500" kern="1200"/>
            <a:t>Train the model using these images.</a:t>
          </a:r>
          <a:endParaRPr lang="en-US" sz="1500" kern="1200"/>
        </a:p>
        <a:p>
          <a:pPr marL="114300" lvl="1" indent="-114300" algn="l" defTabSz="666750">
            <a:lnSpc>
              <a:spcPct val="90000"/>
            </a:lnSpc>
            <a:spcBef>
              <a:spcPct val="0"/>
            </a:spcBef>
            <a:spcAft>
              <a:spcPct val="15000"/>
            </a:spcAft>
            <a:buChar char="•"/>
          </a:pPr>
          <a:r>
            <a:rPr lang="en-IN" sz="1500" kern="1200"/>
            <a:t>During testing, input a single photo of a student.</a:t>
          </a:r>
          <a:endParaRPr lang="en-US" sz="1500" kern="1200"/>
        </a:p>
        <a:p>
          <a:pPr marL="114300" lvl="1" indent="-114300" algn="l" defTabSz="666750">
            <a:lnSpc>
              <a:spcPct val="90000"/>
            </a:lnSpc>
            <a:spcBef>
              <a:spcPct val="0"/>
            </a:spcBef>
            <a:spcAft>
              <a:spcPct val="15000"/>
            </a:spcAft>
            <a:buChar char="•"/>
          </a:pPr>
          <a:r>
            <a:rPr lang="en-IN" sz="1500" kern="1200"/>
            <a:t>Detect the face using the Haar Cascade algorithm.</a:t>
          </a:r>
          <a:endParaRPr lang="en-US" sz="1500" kern="1200"/>
        </a:p>
        <a:p>
          <a:pPr marL="114300" lvl="1" indent="-114300" algn="l" defTabSz="666750">
            <a:lnSpc>
              <a:spcPct val="90000"/>
            </a:lnSpc>
            <a:spcBef>
              <a:spcPct val="0"/>
            </a:spcBef>
            <a:spcAft>
              <a:spcPct val="15000"/>
            </a:spcAft>
            <a:buChar char="•"/>
          </a:pPr>
          <a:r>
            <a:rPr lang="en-IN" sz="1500" kern="1200"/>
            <a:t>Recognize the student using the LBPH algorithm.</a:t>
          </a:r>
          <a:endParaRPr lang="en-US" sz="1500" kern="1200"/>
        </a:p>
        <a:p>
          <a:pPr marL="114300" lvl="1" indent="-114300" algn="l" defTabSz="666750">
            <a:lnSpc>
              <a:spcPct val="90000"/>
            </a:lnSpc>
            <a:spcBef>
              <a:spcPct val="0"/>
            </a:spcBef>
            <a:spcAft>
              <a:spcPct val="15000"/>
            </a:spcAft>
            <a:buChar char="•"/>
          </a:pPr>
          <a:r>
            <a:rPr lang="en-IN" sz="1500" kern="1200"/>
            <a:t>Log the recognized student’s name, date, and time into a CSV file.</a:t>
          </a:r>
          <a:endParaRPr lang="en-US" sz="1500" kern="1200"/>
        </a:p>
      </dsp:txBody>
      <dsp:txXfrm>
        <a:off x="0" y="362502"/>
        <a:ext cx="10515600" cy="1890000"/>
      </dsp:txXfrm>
    </dsp:sp>
    <dsp:sp modelId="{6123423C-C221-4A8F-81F0-EA7A1940104F}">
      <dsp:nvSpPr>
        <dsp:cNvPr id="0" name=""/>
        <dsp:cNvSpPr/>
      </dsp:nvSpPr>
      <dsp:spPr>
        <a:xfrm>
          <a:off x="525780" y="141102"/>
          <a:ext cx="7360920"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IN" sz="1500" b="1" kern="1200"/>
            <a:t>Step‑by‑step workflow :</a:t>
          </a:r>
          <a:endParaRPr lang="en-US" sz="1500" kern="1200"/>
        </a:p>
      </dsp:txBody>
      <dsp:txXfrm>
        <a:off x="547396" y="162718"/>
        <a:ext cx="7317688" cy="399568"/>
      </dsp:txXfrm>
    </dsp:sp>
    <dsp:sp modelId="{0659CF80-7020-478C-8636-52450B9439AA}">
      <dsp:nvSpPr>
        <dsp:cNvPr id="0" name=""/>
        <dsp:cNvSpPr/>
      </dsp:nvSpPr>
      <dsp:spPr>
        <a:xfrm>
          <a:off x="0" y="2554903"/>
          <a:ext cx="10515600" cy="87412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IN" sz="1500" b="1" kern="1200"/>
            <a:t>Haar Cascade</a:t>
          </a:r>
          <a:r>
            <a:rPr lang="en-IN" sz="1500" kern="1200"/>
            <a:t> → For face detection.</a:t>
          </a:r>
          <a:endParaRPr lang="en-US" sz="1500" kern="1200"/>
        </a:p>
        <a:p>
          <a:pPr marL="114300" lvl="1" indent="-114300" algn="l" defTabSz="666750">
            <a:lnSpc>
              <a:spcPct val="90000"/>
            </a:lnSpc>
            <a:spcBef>
              <a:spcPct val="0"/>
            </a:spcBef>
            <a:spcAft>
              <a:spcPct val="15000"/>
            </a:spcAft>
            <a:buChar char="•"/>
          </a:pPr>
          <a:r>
            <a:rPr lang="en-IN" sz="1500" b="1" kern="1200"/>
            <a:t>LBPH</a:t>
          </a:r>
          <a:r>
            <a:rPr lang="en-IN" sz="1500" kern="1200"/>
            <a:t> → For face recognition.</a:t>
          </a:r>
          <a:endParaRPr lang="en-US" sz="1500" kern="1200"/>
        </a:p>
      </dsp:txBody>
      <dsp:txXfrm>
        <a:off x="0" y="2554903"/>
        <a:ext cx="10515600" cy="874125"/>
      </dsp:txXfrm>
    </dsp:sp>
    <dsp:sp modelId="{862BD3FB-B710-4AA6-8C37-6254393D5B40}">
      <dsp:nvSpPr>
        <dsp:cNvPr id="0" name=""/>
        <dsp:cNvSpPr/>
      </dsp:nvSpPr>
      <dsp:spPr>
        <a:xfrm>
          <a:off x="525780" y="2333503"/>
          <a:ext cx="7360920"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IN" sz="1500" b="1" kern="1200"/>
            <a:t>Algorithms used :</a:t>
          </a:r>
          <a:endParaRPr lang="en-US" sz="1500" kern="1200"/>
        </a:p>
      </dsp:txBody>
      <dsp:txXfrm>
        <a:off x="547396" y="2355119"/>
        <a:ext cx="7317688" cy="399568"/>
      </dsp:txXfrm>
    </dsp:sp>
    <dsp:sp modelId="{18ECBF05-FCC9-4775-B7E2-A49AE681A69C}">
      <dsp:nvSpPr>
        <dsp:cNvPr id="0" name=""/>
        <dsp:cNvSpPr/>
      </dsp:nvSpPr>
      <dsp:spPr>
        <a:xfrm>
          <a:off x="0" y="3731428"/>
          <a:ext cx="10515600" cy="113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IN" sz="1500" kern="1200"/>
            <a:t>Haar Cascade is lightweight and efficient for detecting faces in images.</a:t>
          </a:r>
          <a:endParaRPr lang="en-US" sz="1500" kern="1200"/>
        </a:p>
        <a:p>
          <a:pPr marL="114300" lvl="1" indent="-114300" algn="l" defTabSz="666750">
            <a:lnSpc>
              <a:spcPct val="90000"/>
            </a:lnSpc>
            <a:spcBef>
              <a:spcPct val="0"/>
            </a:spcBef>
            <a:spcAft>
              <a:spcPct val="15000"/>
            </a:spcAft>
            <a:buChar char="•"/>
          </a:pPr>
          <a:r>
            <a:rPr lang="en-IN" sz="1500" kern="1200"/>
            <a:t>LBPH is simple, effective, and works well with small datasets (like 4–5 photos per student).</a:t>
          </a:r>
          <a:endParaRPr lang="en-US" sz="1500" kern="1200"/>
        </a:p>
        <a:p>
          <a:pPr marL="114300" lvl="1" indent="-114300" algn="l" defTabSz="666750">
            <a:lnSpc>
              <a:spcPct val="90000"/>
            </a:lnSpc>
            <a:spcBef>
              <a:spcPct val="0"/>
            </a:spcBef>
            <a:spcAft>
              <a:spcPct val="15000"/>
            </a:spcAft>
            <a:buChar char="•"/>
          </a:pPr>
          <a:r>
            <a:rPr lang="en-IN" sz="1500" kern="1200"/>
            <a:t>Together, they provide a reliable, low‑cost solution suitable for classroom attendance.</a:t>
          </a:r>
          <a:endParaRPr lang="en-US" sz="1500" kern="1200"/>
        </a:p>
      </dsp:txBody>
      <dsp:txXfrm>
        <a:off x="0" y="3731428"/>
        <a:ext cx="10515600" cy="1134000"/>
      </dsp:txXfrm>
    </dsp:sp>
    <dsp:sp modelId="{10C7673E-7DD2-4837-B478-30F10FBA6968}">
      <dsp:nvSpPr>
        <dsp:cNvPr id="0" name=""/>
        <dsp:cNvSpPr/>
      </dsp:nvSpPr>
      <dsp:spPr>
        <a:xfrm>
          <a:off x="525780" y="3510028"/>
          <a:ext cx="7360920"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IN" sz="1500" b="1" kern="1200"/>
            <a:t>Justification for selection :</a:t>
          </a:r>
          <a:endParaRPr lang="en-US" sz="1500" kern="1200"/>
        </a:p>
      </dsp:txBody>
      <dsp:txXfrm>
        <a:off x="547396" y="3531644"/>
        <a:ext cx="7317688" cy="39956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0E24AE-3901-40F2-9A55-DAB6D80D74A4}"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9E6D1F-7F43-4330-AF78-262475477745}" type="slidenum">
              <a:rPr lang="en-US" smtClean="0"/>
              <a:t>‹#›</a:t>
            </a:fld>
            <a:endParaRPr lang="en-US"/>
          </a:p>
        </p:txBody>
      </p:sp>
    </p:spTree>
    <p:extLst>
      <p:ext uri="{BB962C8B-B14F-4D97-AF65-F5344CB8AC3E}">
        <p14:creationId xmlns:p14="http://schemas.microsoft.com/office/powerpoint/2010/main" val="2294134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9E6D1F-7F43-4330-AF78-262475477745}" type="slidenum">
              <a:rPr lang="en-US" smtClean="0"/>
              <a:t>6</a:t>
            </a:fld>
            <a:endParaRPr lang="en-US"/>
          </a:p>
        </p:txBody>
      </p:sp>
    </p:spTree>
    <p:extLst>
      <p:ext uri="{BB962C8B-B14F-4D97-AF65-F5344CB8AC3E}">
        <p14:creationId xmlns:p14="http://schemas.microsoft.com/office/powerpoint/2010/main" val="2615303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886FF-50EF-26D1-014C-A4FF810387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E6BD5D-0562-8BD1-A1D4-25B42A60A6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5608C7E-621D-2F04-B447-78F1923E8613}"/>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5" name="Footer Placeholder 4">
            <a:extLst>
              <a:ext uri="{FF2B5EF4-FFF2-40B4-BE49-F238E27FC236}">
                <a16:creationId xmlns:a16="http://schemas.microsoft.com/office/drawing/2014/main" id="{FD9BD8C2-863F-4EB6-AE52-E3B5A3659E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A19150-7D27-C4B3-F0A3-258DC5BDCE84}"/>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634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ED1D8-0802-E8DF-416E-84009B6FB3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AA8CC9-A71A-4222-20FF-4064D05E0A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C26222-DB58-8AFB-21C1-FFB421D8BD50}"/>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5" name="Footer Placeholder 4">
            <a:extLst>
              <a:ext uri="{FF2B5EF4-FFF2-40B4-BE49-F238E27FC236}">
                <a16:creationId xmlns:a16="http://schemas.microsoft.com/office/drawing/2014/main" id="{16471D06-3CBF-55D5-8C66-37A4314C26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08A28C-E968-C293-27C4-BBBCC4106534}"/>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2462857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31274-40E9-D07C-BB25-571C3BEFEB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1CEC77-F569-66EA-BB1F-8E2C312AAE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AF4EC-E500-4BB7-7EF6-EC8E56AF502F}"/>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5" name="Footer Placeholder 4">
            <a:extLst>
              <a:ext uri="{FF2B5EF4-FFF2-40B4-BE49-F238E27FC236}">
                <a16:creationId xmlns:a16="http://schemas.microsoft.com/office/drawing/2014/main" id="{2774E818-726B-AF16-991A-AC92EC251A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88B668-0E60-3B95-6B55-09106B98AC4D}"/>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3586537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0B08-9D0A-2463-A72A-FD6895413F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235F49-6698-F304-990D-04083CDE90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8D5BFF-10BB-6CE3-3464-9CEA9FECC1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63B4E1-2C12-9746-714D-27964FFD87C3}"/>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6" name="Footer Placeholder 5">
            <a:extLst>
              <a:ext uri="{FF2B5EF4-FFF2-40B4-BE49-F238E27FC236}">
                <a16:creationId xmlns:a16="http://schemas.microsoft.com/office/drawing/2014/main" id="{15C2D65C-506A-326D-2D0B-24AC69C347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B695DD-6688-6E05-46E0-EF0DB94B439A}"/>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1928247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5ABFF-85EE-5A81-0E02-4917AE36D4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BC0E26-FA6F-DE25-FB0E-1FA9443E59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D72099-6E55-F0E3-B2C9-89F95A4D8E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33177BA-7787-0CB4-447E-F61ECD0B45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B96AD6-5967-FEBA-7484-50654B48F2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792607-D84A-8E54-B756-5CD39BE8EEEF}"/>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8" name="Footer Placeholder 7">
            <a:extLst>
              <a:ext uri="{FF2B5EF4-FFF2-40B4-BE49-F238E27FC236}">
                <a16:creationId xmlns:a16="http://schemas.microsoft.com/office/drawing/2014/main" id="{235A66BA-148C-348B-77BC-72B1E49068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1FAECB-ED4B-0A25-3D8D-AADB56ECBC87}"/>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1173204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4B66C-82D1-9F3A-64B5-D8E94F0493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588224-5655-1B9B-0928-167EBDACAF20}"/>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4" name="Footer Placeholder 3">
            <a:extLst>
              <a:ext uri="{FF2B5EF4-FFF2-40B4-BE49-F238E27FC236}">
                <a16:creationId xmlns:a16="http://schemas.microsoft.com/office/drawing/2014/main" id="{836CE72F-683D-660F-0514-FDF3CAA0AB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BE9DB28-F3D9-D51F-60D7-2E1A2293B0D9}"/>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397328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137314-12E0-6E29-5F16-428C50A75E83}"/>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3" name="Footer Placeholder 2">
            <a:extLst>
              <a:ext uri="{FF2B5EF4-FFF2-40B4-BE49-F238E27FC236}">
                <a16:creationId xmlns:a16="http://schemas.microsoft.com/office/drawing/2014/main" id="{05BA3495-45A3-BF5E-CE36-42EAE62353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B6C081-2B86-4E00-3E7C-6B19B56FE207}"/>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3620930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BBBF-0DCB-B95E-FEA2-45408AC2C6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1191C6-9E4D-77BB-8581-2B903C31CB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7A0F94-B667-4946-4DA9-EB733EB84A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88FAF2-7C87-70B2-0DB6-C3CBC68B4DB4}"/>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6" name="Footer Placeholder 5">
            <a:extLst>
              <a:ext uri="{FF2B5EF4-FFF2-40B4-BE49-F238E27FC236}">
                <a16:creationId xmlns:a16="http://schemas.microsoft.com/office/drawing/2014/main" id="{B6D199B2-D637-D9E3-5700-DCFA586A02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EE8D78-012E-33A5-5E6F-52EC63367C02}"/>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794325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1DF9C-0AF4-4734-BE32-818E83C4F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044AF9A-3609-8798-4BA7-52C52A55D1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096A7C2-6EB2-3F47-69CB-5A97600DDF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730E87-C34C-36A8-C00F-72BA0E3BB580}"/>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6" name="Footer Placeholder 5">
            <a:extLst>
              <a:ext uri="{FF2B5EF4-FFF2-40B4-BE49-F238E27FC236}">
                <a16:creationId xmlns:a16="http://schemas.microsoft.com/office/drawing/2014/main" id="{A20B8233-CEFE-5AF6-7BE1-68A868EC73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81CAD8-680A-B793-E09D-0606B1E007A6}"/>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299405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37C2C-4E32-A630-F3FA-5D07900A25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190121-2DDA-A67A-129B-E161805CC6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BE6F59-B350-6B0F-1CAE-0E63319326A8}"/>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5" name="Footer Placeholder 4">
            <a:extLst>
              <a:ext uri="{FF2B5EF4-FFF2-40B4-BE49-F238E27FC236}">
                <a16:creationId xmlns:a16="http://schemas.microsoft.com/office/drawing/2014/main" id="{E35F1655-5FB1-FDB8-3034-344B930B5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BCD497-1238-08E8-EC44-888749ACAA42}"/>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2762058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5EDB17-90A7-FCF8-207C-A4E8EE2DE9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E39CE3-8B91-6434-D40F-FAB8275756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50EB73-DA96-48FA-95C7-7769410F75F1}"/>
              </a:ext>
            </a:extLst>
          </p:cNvPr>
          <p:cNvSpPr>
            <a:spLocks noGrp="1"/>
          </p:cNvSpPr>
          <p:nvPr>
            <p:ph type="dt" sz="half" idx="10"/>
          </p:nvPr>
        </p:nvSpPr>
        <p:spPr/>
        <p:txBody>
          <a:bodyPr/>
          <a:lstStyle/>
          <a:p>
            <a:fld id="{91BAF6ED-130D-4DB0-9E02-0EA0EDAFEE5C}" type="datetimeFigureOut">
              <a:rPr lang="en-IN" smtClean="0"/>
              <a:t>13-08-2026</a:t>
            </a:fld>
            <a:endParaRPr lang="en-IN"/>
          </a:p>
        </p:txBody>
      </p:sp>
      <p:sp>
        <p:nvSpPr>
          <p:cNvPr id="5" name="Footer Placeholder 4">
            <a:extLst>
              <a:ext uri="{FF2B5EF4-FFF2-40B4-BE49-F238E27FC236}">
                <a16:creationId xmlns:a16="http://schemas.microsoft.com/office/drawing/2014/main" id="{E83CA585-E546-A2E1-E6A8-D0BCAAA9F2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255E46-F98F-2AEB-B7A9-48F958ECBD8E}"/>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1095095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F18E8F-0656-964F-DEE6-366D32B6C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EA5C2B-B92F-E96E-E147-AE8D0E7ED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85C2D6-66EF-7C0E-3506-CFD8E2CDEF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BAF6ED-130D-4DB0-9E02-0EA0EDAFEE5C}" type="datetimeFigureOut">
              <a:rPr lang="en-IN" smtClean="0"/>
              <a:t>13-08-2026</a:t>
            </a:fld>
            <a:endParaRPr lang="en-IN"/>
          </a:p>
        </p:txBody>
      </p:sp>
      <p:sp>
        <p:nvSpPr>
          <p:cNvPr id="5" name="Footer Placeholder 4">
            <a:extLst>
              <a:ext uri="{FF2B5EF4-FFF2-40B4-BE49-F238E27FC236}">
                <a16:creationId xmlns:a16="http://schemas.microsoft.com/office/drawing/2014/main" id="{B28090E8-4753-464E-51E3-02EB0323BC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16AD4EB-9D29-D693-27C7-AF481AB643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E3DC6C-3630-41E1-8888-AA5151DC7470}" type="slidenum">
              <a:rPr lang="en-IN" smtClean="0"/>
              <a:t>‹#›</a:t>
            </a:fld>
            <a:endParaRPr lang="en-IN"/>
          </a:p>
        </p:txBody>
      </p:sp>
    </p:spTree>
    <p:extLst>
      <p:ext uri="{BB962C8B-B14F-4D97-AF65-F5344CB8AC3E}">
        <p14:creationId xmlns:p14="http://schemas.microsoft.com/office/powerpoint/2010/main" val="1952515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7FDD7B-DAC0-06EE-C365-1C060DC2B1AB}"/>
              </a:ext>
            </a:extLst>
          </p:cNvPr>
          <p:cNvSpPr txBox="1"/>
          <p:nvPr/>
        </p:nvSpPr>
        <p:spPr>
          <a:xfrm>
            <a:off x="3000532" y="4767386"/>
            <a:ext cx="6190936" cy="181588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i="0" u="none" strike="noStrike" kern="1200" cap="none" spc="0" normalizeH="0" baseline="0" noProof="0" dirty="0">
                <a:ln>
                  <a:noFill/>
                </a:ln>
                <a:solidFill>
                  <a:srgbClr val="BA2055"/>
                </a:solidFill>
                <a:effectLst/>
                <a:uLnTx/>
                <a:uFillTx/>
                <a:latin typeface="Montserrat Bold" panose="00000800000000000000" pitchFamily="2" charset="0"/>
                <a:cs typeface="Aldhabi" panose="020F0502020204030204" pitchFamily="2" charset="-78"/>
              </a:rPr>
              <a:t>INTRODUCTION</a:t>
            </a:r>
            <a:r>
              <a:rPr kumimoji="0" lang="en-US" sz="4000" i="0" u="none" strike="noStrike" kern="1200" cap="none" spc="0" normalizeH="0" baseline="0" noProof="0" dirty="0">
                <a:ln>
                  <a:noFill/>
                </a:ln>
                <a:solidFill>
                  <a:prstClr val="black"/>
                </a:solidFill>
                <a:effectLst/>
                <a:uLnTx/>
                <a:uFillTx/>
                <a:latin typeface="Montserrat" panose="00000500000000000000" pitchFamily="2" charset="0"/>
                <a:cs typeface="Aldhabi" panose="020F0502020204030204" pitchFamily="2" charset="-78"/>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i="0" u="none" strike="noStrike" kern="1200" cap="none" spc="0" normalizeH="0" baseline="0" noProof="0" dirty="0">
                <a:ln>
                  <a:noFill/>
                </a:ln>
                <a:solidFill>
                  <a:prstClr val="black"/>
                </a:solidFill>
                <a:effectLst/>
                <a:uLnTx/>
                <a:uFillTx/>
                <a:latin typeface="Montserrat" panose="00000500000000000000" pitchFamily="2" charset="0"/>
                <a:cs typeface="Aldhabi" panose="020F0502020204030204" pitchFamily="2" charset="-78"/>
              </a:rPr>
              <a:t>FOR NEW EMPLOYEES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i="0" u="none" strike="noStrike" kern="1200" cap="none" spc="0" normalizeH="0" baseline="0" noProof="0" dirty="0">
              <a:ln>
                <a:noFill/>
              </a:ln>
              <a:solidFill>
                <a:prstClr val="black"/>
              </a:solidFill>
              <a:effectLst/>
              <a:uLnTx/>
              <a:uFillTx/>
              <a:latin typeface="Montserrat" panose="00000500000000000000" pitchFamily="2" charset="0"/>
              <a:cs typeface="Aldhabi" panose="020F0502020204030204" pitchFamily="2" charset="-78"/>
            </a:endParaRPr>
          </a:p>
        </p:txBody>
      </p:sp>
      <p:pic>
        <p:nvPicPr>
          <p:cNvPr id="3" name="Picture 2" descr="A red and blue squares&#10;&#10;AI-generated content may be incorrect.">
            <a:extLst>
              <a:ext uri="{FF2B5EF4-FFF2-40B4-BE49-F238E27FC236}">
                <a16:creationId xmlns:a16="http://schemas.microsoft.com/office/drawing/2014/main" id="{26207B97-1839-5C76-A573-ECF74A07FE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C0D03CB-17FC-185C-955D-4CC01AE9A08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4094" y="754421"/>
            <a:ext cx="3602743" cy="611082"/>
          </a:xfrm>
          <a:prstGeom prst="rect">
            <a:avLst/>
          </a:prstGeom>
        </p:spPr>
      </p:pic>
      <p:sp>
        <p:nvSpPr>
          <p:cNvPr id="5" name="TextBox 4">
            <a:extLst>
              <a:ext uri="{FF2B5EF4-FFF2-40B4-BE49-F238E27FC236}">
                <a16:creationId xmlns:a16="http://schemas.microsoft.com/office/drawing/2014/main" id="{7B5A7726-FFA3-9B78-F6C3-C349504A24B8}"/>
              </a:ext>
            </a:extLst>
          </p:cNvPr>
          <p:cNvSpPr txBox="1"/>
          <p:nvPr/>
        </p:nvSpPr>
        <p:spPr>
          <a:xfrm>
            <a:off x="491811" y="2218925"/>
            <a:ext cx="9478100" cy="2759730"/>
          </a:xfrm>
          <a:prstGeom prst="rect">
            <a:avLst/>
          </a:prstGeom>
          <a:noFill/>
        </p:spPr>
        <p:txBody>
          <a:bodyPr wrap="square">
            <a:spAutoFit/>
          </a:bodyPr>
          <a:lstStyle/>
          <a:p>
            <a:pPr lvl="0">
              <a:lnSpc>
                <a:spcPts val="4000"/>
              </a:lnSpc>
              <a:defRPr/>
            </a:pPr>
            <a:r>
              <a:rPr lang="en-IN" sz="4000" b="1" dirty="0">
                <a:solidFill>
                  <a:srgbClr val="BA2055"/>
                </a:solidFill>
                <a:latin typeface="Times New Roman" panose="02020603050405020304" pitchFamily="18" charset="0"/>
                <a:cs typeface="Times New Roman" panose="02020603050405020304" pitchFamily="18" charset="0"/>
              </a:rPr>
              <a:t>21CSA699A – Minor Project</a:t>
            </a:r>
          </a:p>
          <a:p>
            <a:pPr lvl="0">
              <a:lnSpc>
                <a:spcPts val="4000"/>
              </a:lnSpc>
              <a:defRPr/>
            </a:pPr>
            <a:endParaRPr lang="en-IN" sz="4000" b="1" dirty="0">
              <a:solidFill>
                <a:srgbClr val="BA2055"/>
              </a:solidFill>
              <a:latin typeface="Times New Roman" panose="02020603050405020304" pitchFamily="18" charset="0"/>
              <a:cs typeface="Times New Roman" panose="02020603050405020304" pitchFamily="18" charset="0"/>
            </a:endParaRPr>
          </a:p>
          <a:p>
            <a:pPr lvl="0">
              <a:lnSpc>
                <a:spcPts val="4000"/>
              </a:lnSpc>
              <a:defRPr/>
            </a:pPr>
            <a:endParaRPr lang="en-IN" sz="4000" b="1" dirty="0">
              <a:solidFill>
                <a:srgbClr val="BA2055"/>
              </a:solidFill>
              <a:latin typeface="Times New Roman" panose="02020603050405020304" pitchFamily="18" charset="0"/>
              <a:cs typeface="Times New Roman" panose="02020603050405020304" pitchFamily="18" charset="0"/>
            </a:endParaRPr>
          </a:p>
          <a:p>
            <a:pPr lvl="0">
              <a:lnSpc>
                <a:spcPts val="4000"/>
              </a:lnSpc>
              <a:defRPr/>
            </a:pPr>
            <a:r>
              <a:rPr lang="en-IN" sz="3600" b="1" i="1" dirty="0">
                <a:solidFill>
                  <a:srgbClr val="A81C4B"/>
                </a:solidFill>
                <a:latin typeface="Times New Roman" panose="02020603050405020304" pitchFamily="18" charset="0"/>
                <a:cs typeface="Times New Roman" panose="02020603050405020304" pitchFamily="18" charset="0"/>
              </a:rPr>
              <a:t>DATE : 13-08-2026</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4000" i="0" u="none" strike="noStrike" kern="1200" cap="none" spc="0" normalizeH="0" baseline="0" noProof="0" dirty="0">
              <a:ln>
                <a:noFill/>
              </a:ln>
              <a:solidFill>
                <a:prstClr val="black"/>
              </a:solidFill>
              <a:effectLst/>
              <a:uLnTx/>
              <a:uFillTx/>
              <a:latin typeface="Montserrat" panose="00000500000000000000" pitchFamily="2" charset="0"/>
              <a:cs typeface="Aldhabi" panose="020F0502020204030204" pitchFamily="2" charset="-78"/>
            </a:endParaRPr>
          </a:p>
        </p:txBody>
      </p:sp>
    </p:spTree>
    <p:extLst>
      <p:ext uri="{BB962C8B-B14F-4D97-AF65-F5344CB8AC3E}">
        <p14:creationId xmlns:p14="http://schemas.microsoft.com/office/powerpoint/2010/main" val="3311837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0EC285-9A8C-31C9-ECE7-DB47B5C91562}"/>
              </a:ext>
            </a:extLst>
          </p:cNvPr>
          <p:cNvSpPr>
            <a:spLocks noGrp="1"/>
          </p:cNvSpPr>
          <p:nvPr>
            <p:ph idx="1"/>
          </p:nvPr>
        </p:nvSpPr>
        <p:spPr>
          <a:xfrm>
            <a:off x="640080" y="2706624"/>
            <a:ext cx="9738360" cy="3483864"/>
          </a:xfrm>
        </p:spPr>
        <p:txBody>
          <a:bodyPr vert="horz" lIns="91440" tIns="45720" rIns="91440" bIns="45720" rtlCol="0">
            <a:normAutofit/>
          </a:bodyPr>
          <a:lstStyle/>
          <a:p>
            <a:pPr marL="0" indent="0">
              <a:buNone/>
            </a:pPr>
            <a:endParaRPr lang="en-US" sz="2200" b="1" dirty="0"/>
          </a:p>
          <a:p>
            <a:r>
              <a:rPr lang="en-IN" sz="2200" dirty="0">
                <a:latin typeface="Times New Roman" panose="02020603050405020304" pitchFamily="18" charset="0"/>
                <a:cs typeface="Times New Roman" panose="02020603050405020304" pitchFamily="18" charset="0"/>
              </a:rPr>
              <a:t>Project Title: </a:t>
            </a:r>
            <a:r>
              <a:rPr lang="en-IN" sz="2200" i="1" dirty="0">
                <a:latin typeface="Times New Roman" panose="02020603050405020304" pitchFamily="18" charset="0"/>
                <a:cs typeface="Times New Roman" panose="02020603050405020304" pitchFamily="18" charset="0"/>
              </a:rPr>
              <a:t>AI‑Based Smart Attendance System Using Face   Recognition</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Student Name: </a:t>
            </a:r>
            <a:r>
              <a:rPr lang="en-IN" sz="2200" i="1" dirty="0">
                <a:latin typeface="Times New Roman" panose="02020603050405020304" pitchFamily="18" charset="0"/>
                <a:cs typeface="Times New Roman" panose="02020603050405020304" pitchFamily="18" charset="0"/>
              </a:rPr>
              <a:t>Mommineedi Lochana</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Register Number: </a:t>
            </a:r>
            <a:r>
              <a:rPr lang="en-IN" sz="2200" i="1" dirty="0">
                <a:latin typeface="Times New Roman" panose="02020603050405020304" pitchFamily="18" charset="0"/>
                <a:cs typeface="Times New Roman" panose="02020603050405020304" pitchFamily="18" charset="0"/>
              </a:rPr>
              <a:t>AA.SC.P2MCA24074047</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Program: MCA in AI</a:t>
            </a:r>
          </a:p>
          <a:p>
            <a:r>
              <a:rPr lang="en-IN" sz="2200" dirty="0">
                <a:latin typeface="Times New Roman" panose="02020603050405020304" pitchFamily="18" charset="0"/>
                <a:cs typeface="Times New Roman" panose="02020603050405020304" pitchFamily="18" charset="0"/>
              </a:rPr>
              <a:t>Semester: 4</a:t>
            </a:r>
            <a:r>
              <a:rPr lang="en-IN" sz="2200" baseline="30000" dirty="0">
                <a:latin typeface="Times New Roman" panose="02020603050405020304" pitchFamily="18" charset="0"/>
                <a:cs typeface="Times New Roman" panose="02020603050405020304" pitchFamily="18" charset="0"/>
              </a:rPr>
              <a:t>th</a:t>
            </a:r>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Department &amp; Institution: Amrita Vishwa Vidyapeetham</a:t>
            </a:r>
          </a:p>
          <a:p>
            <a:pPr marL="0" indent="0">
              <a:buNone/>
            </a:pPr>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137EB2B-C6CE-8E3C-43AC-81894D4F6B30}"/>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2758440" y="1013659"/>
            <a:ext cx="3995928" cy="679306"/>
          </a:xfrm>
          <a:prstGeom prst="rect">
            <a:avLst/>
          </a:prstGeom>
        </p:spPr>
      </p:pic>
    </p:spTree>
    <p:extLst>
      <p:ext uri="{BB962C8B-B14F-4D97-AF65-F5344CB8AC3E}">
        <p14:creationId xmlns:p14="http://schemas.microsoft.com/office/powerpoint/2010/main" val="2217490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9A2287-788A-BFB8-9118-3B8580B7E4DF}"/>
              </a:ext>
            </a:extLst>
          </p:cNvPr>
          <p:cNvSpPr>
            <a:spLocks noGrp="1"/>
          </p:cNvSpPr>
          <p:nvPr>
            <p:ph type="title"/>
          </p:nvPr>
        </p:nvSpPr>
        <p:spPr>
          <a:xfrm>
            <a:off x="572493" y="238539"/>
            <a:ext cx="11018520" cy="1053233"/>
          </a:xfrm>
        </p:spPr>
        <p:txBody>
          <a:bodyPr anchor="b">
            <a:normAutofit/>
          </a:bodyPr>
          <a:lstStyle/>
          <a:p>
            <a:r>
              <a:rPr lang="en-GB" b="1"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96D93AB-81A6-E81B-C195-FC83E874AC43}"/>
              </a:ext>
            </a:extLst>
          </p:cNvPr>
          <p:cNvSpPr>
            <a:spLocks noGrp="1"/>
          </p:cNvSpPr>
          <p:nvPr>
            <p:ph idx="1"/>
          </p:nvPr>
        </p:nvSpPr>
        <p:spPr>
          <a:xfrm>
            <a:off x="572492" y="1499616"/>
            <a:ext cx="10683771" cy="4690872"/>
          </a:xfrm>
        </p:spPr>
        <p:txBody>
          <a:bodyPr vert="horz" lIns="91440" tIns="45720" rIns="91440" bIns="45720" rtlCol="0" anchor="t">
            <a:noAutofit/>
          </a:bodyPr>
          <a:lstStyle/>
          <a:p>
            <a:pPr marL="0" indent="0">
              <a:buNone/>
            </a:pPr>
            <a:endParaRPr lang="en-US" sz="1600" b="1" dirty="0"/>
          </a:p>
          <a:p>
            <a:pPr>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Background of the Domain :</a:t>
            </a:r>
          </a:p>
          <a:p>
            <a:r>
              <a:rPr lang="en-IN" sz="1600" dirty="0">
                <a:latin typeface="Times New Roman" panose="02020603050405020304" pitchFamily="18" charset="0"/>
                <a:cs typeface="Times New Roman" panose="02020603050405020304" pitchFamily="18" charset="0"/>
              </a:rPr>
              <a:t>In schools and colleges, attendance is usually taken by hand — calling names or signing registers.</a:t>
            </a:r>
          </a:p>
          <a:p>
            <a:r>
              <a:rPr lang="en-IN" sz="1600" dirty="0">
                <a:latin typeface="Times New Roman" panose="02020603050405020304" pitchFamily="18" charset="0"/>
                <a:cs typeface="Times New Roman" panose="02020603050405020304" pitchFamily="18" charset="0"/>
              </a:rPr>
              <a:t>This takes time, can cause mistakes, and sometimes students even mark attendance for friends.</a:t>
            </a:r>
          </a:p>
          <a:p>
            <a:r>
              <a:rPr lang="en-IN" sz="1600" dirty="0">
                <a:latin typeface="Times New Roman" panose="02020603050405020304" pitchFamily="18" charset="0"/>
                <a:cs typeface="Times New Roman" panose="02020603050405020304" pitchFamily="18" charset="0"/>
              </a:rPr>
              <a:t>With new technology like AI and computer vision, we can now use cameras to recognize faces automatically.</a:t>
            </a:r>
          </a:p>
          <a:p>
            <a:pPr>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 Motivation for Choosing the Project :</a:t>
            </a:r>
          </a:p>
          <a:p>
            <a:r>
              <a:rPr lang="en-IN" sz="1600" dirty="0">
                <a:latin typeface="Times New Roman" panose="02020603050405020304" pitchFamily="18" charset="0"/>
                <a:cs typeface="Times New Roman" panose="02020603050405020304" pitchFamily="18" charset="0"/>
              </a:rPr>
              <a:t>I wanted to solve a real problem that teachers and students face every day.</a:t>
            </a:r>
          </a:p>
          <a:p>
            <a:r>
              <a:rPr lang="en-IN" sz="1600" dirty="0">
                <a:latin typeface="Times New Roman" panose="02020603050405020304" pitchFamily="18" charset="0"/>
                <a:cs typeface="Times New Roman" panose="02020603050405020304" pitchFamily="18" charset="0"/>
              </a:rPr>
              <a:t>Manual attendance wastes class time and is not always fair.</a:t>
            </a:r>
          </a:p>
          <a:p>
            <a:r>
              <a:rPr lang="en-IN" sz="1600" dirty="0">
                <a:latin typeface="Times New Roman" panose="02020603050405020304" pitchFamily="18" charset="0"/>
                <a:cs typeface="Times New Roman" panose="02020603050405020304" pitchFamily="18" charset="0"/>
              </a:rPr>
              <a:t>By using face recognition, attendance can be fast, accurate, and secure.</a:t>
            </a:r>
          </a:p>
          <a:p>
            <a:r>
              <a:rPr lang="en-IN" sz="1600" dirty="0">
                <a:latin typeface="Times New Roman" panose="02020603050405020304" pitchFamily="18" charset="0"/>
                <a:cs typeface="Times New Roman" panose="02020603050405020304" pitchFamily="18" charset="0"/>
              </a:rPr>
              <a:t>It also gave me a chance to learn and apply Python, OpenCV, and machine learning in practice.</a:t>
            </a:r>
          </a:p>
          <a:p>
            <a:pPr>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 Real‑World Relevance :</a:t>
            </a:r>
          </a:p>
          <a:p>
            <a:r>
              <a:rPr lang="en-IN" sz="1600" dirty="0">
                <a:latin typeface="Times New Roman" panose="02020603050405020304" pitchFamily="18" charset="0"/>
                <a:cs typeface="Times New Roman" panose="02020603050405020304" pitchFamily="18" charset="0"/>
              </a:rPr>
              <a:t>This system can save teachers valuable time and reduce errors.</a:t>
            </a:r>
          </a:p>
          <a:p>
            <a:r>
              <a:rPr lang="en-IN" sz="1600" dirty="0">
                <a:latin typeface="Times New Roman" panose="02020603050405020304" pitchFamily="18" charset="0"/>
                <a:cs typeface="Times New Roman" panose="02020603050405020304" pitchFamily="18" charset="0"/>
              </a:rPr>
              <a:t>It prevents proxy attendance because only the real student’s face is accepted.</a:t>
            </a:r>
          </a:p>
          <a:p>
            <a:r>
              <a:rPr lang="en-IN" sz="1600" dirty="0">
                <a:latin typeface="Times New Roman" panose="02020603050405020304" pitchFamily="18" charset="0"/>
                <a:cs typeface="Times New Roman" panose="02020603050405020304" pitchFamily="18" charset="0"/>
              </a:rPr>
              <a:t>It’s contactless, which is safer and more convenient.</a:t>
            </a:r>
          </a:p>
          <a:p>
            <a:r>
              <a:rPr lang="en-IN" sz="1600" dirty="0">
                <a:latin typeface="Times New Roman" panose="02020603050405020304" pitchFamily="18" charset="0"/>
                <a:cs typeface="Times New Roman" panose="02020603050405020304" pitchFamily="18" charset="0"/>
              </a:rPr>
              <a:t>Beyond classrooms, the same idea can be used in offices, events, or security systems.</a:t>
            </a:r>
          </a:p>
          <a:p>
            <a:endParaRPr lang="en-US" sz="1600" dirty="0"/>
          </a:p>
        </p:txBody>
      </p:sp>
    </p:spTree>
    <p:extLst>
      <p:ext uri="{BB962C8B-B14F-4D97-AF65-F5344CB8AC3E}">
        <p14:creationId xmlns:p14="http://schemas.microsoft.com/office/powerpoint/2010/main" val="2170924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1E6DF9-8986-8DE2-CDE7-2AE8D4027A7B}"/>
              </a:ext>
            </a:extLst>
          </p:cNvPr>
          <p:cNvSpPr>
            <a:spLocks noGrp="1"/>
          </p:cNvSpPr>
          <p:nvPr>
            <p:ph type="title"/>
          </p:nvPr>
        </p:nvSpPr>
        <p:spPr>
          <a:xfrm>
            <a:off x="572493" y="238539"/>
            <a:ext cx="11018520" cy="1434415"/>
          </a:xfrm>
        </p:spPr>
        <p:txBody>
          <a:bodyPr anchor="b">
            <a:normAutofit/>
          </a:bodyPr>
          <a:lstStyle/>
          <a:p>
            <a:r>
              <a:rPr lang="en-GB"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9341A09E-DD05-F764-1A1B-483363CDD64F}"/>
              </a:ext>
            </a:extLst>
          </p:cNvPr>
          <p:cNvSpPr>
            <a:spLocks noGrp="1" noChangeArrowheads="1"/>
          </p:cNvSpPr>
          <p:nvPr>
            <p:ph idx="1"/>
          </p:nvPr>
        </p:nvSpPr>
        <p:spPr bwMode="auto">
          <a:xfrm>
            <a:off x="572492" y="2071316"/>
            <a:ext cx="11296419" cy="41191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indent="0" algn="just" fontAlgn="base">
              <a:spcAft>
                <a:spcPct val="0"/>
              </a:spcAft>
              <a:buNone/>
            </a:pPr>
            <a:r>
              <a:rPr lang="en-IN" sz="2200" dirty="0">
                <a:latin typeface="Times New Roman" panose="02020603050405020304" pitchFamily="18" charset="0"/>
                <a:cs typeface="Times New Roman" panose="02020603050405020304" pitchFamily="18" charset="0"/>
              </a:rPr>
              <a:t>In most classrooms, attendance is still taken by hand, which wastes time and often leads to mistakes. Students can even mark attendance for friends, causing proxy issues. Systems like RFID cards can be misused, and fingerprint scanners need special devices and physical contact, which is not always convenient. Many advanced solutions are also too costly or complicated for schools to use. Because of these problems, there is a need for a simple, low‑cost, and contactless system that can automatically recognize students’ faces and record their attendance with date and time. This would save time, improve accuracy, and prevent misuse.</a:t>
            </a:r>
            <a:endParaRPr lang="en-US" altLang="en-US" sz="2200" dirty="0">
              <a:latin typeface="Times New Roman" panose="02020603050405020304" pitchFamily="18" charset="0"/>
              <a:ea typeface="+mn-lt"/>
              <a:cs typeface="Times New Roman" panose="02020603050405020304" pitchFamily="18" charset="0"/>
            </a:endParaRPr>
          </a:p>
        </p:txBody>
      </p:sp>
    </p:spTree>
    <p:extLst>
      <p:ext uri="{BB962C8B-B14F-4D97-AF65-F5344CB8AC3E}">
        <p14:creationId xmlns:p14="http://schemas.microsoft.com/office/powerpoint/2010/main" val="1648795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BBA5CA-BF0D-C35C-BFC5-E40DF86A9FE1}"/>
              </a:ext>
            </a:extLst>
          </p:cNvPr>
          <p:cNvSpPr>
            <a:spLocks noGrp="1"/>
          </p:cNvSpPr>
          <p:nvPr>
            <p:ph type="title"/>
          </p:nvPr>
        </p:nvSpPr>
        <p:spPr>
          <a:xfrm>
            <a:off x="572493" y="238539"/>
            <a:ext cx="11018520" cy="1434415"/>
          </a:xfrm>
        </p:spPr>
        <p:txBody>
          <a:bodyPr anchor="b">
            <a:normAutofit/>
          </a:bodyPr>
          <a:lstStyle/>
          <a:p>
            <a:r>
              <a:rPr lang="en-GB" b="1" dirty="0">
                <a:latin typeface="Times New Roman" panose="02020603050405020304" pitchFamily="18" charset="0"/>
                <a:cs typeface="Times New Roman" panose="02020603050405020304" pitchFamily="18" charset="0"/>
              </a:rPr>
              <a:t>Objectives:</a:t>
            </a:r>
            <a:endParaRPr lang="en-IN" b="1" dirty="0">
              <a:latin typeface="Times New Roman" panose="02020603050405020304" pitchFamily="18" charset="0"/>
              <a:cs typeface="Times New Roman" panose="02020603050405020304" pitchFamily="18" charset="0"/>
            </a:endParaRP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F5994FAF-1324-90A1-F1EF-4D4FA562B391}"/>
              </a:ext>
            </a:extLst>
          </p:cNvPr>
          <p:cNvSpPr>
            <a:spLocks noGrp="1" noChangeArrowheads="1"/>
          </p:cNvSpPr>
          <p:nvPr>
            <p:ph idx="1"/>
          </p:nvPr>
        </p:nvSpPr>
        <p:spPr bwMode="auto">
          <a:xfrm>
            <a:off x="572492" y="2071316"/>
            <a:ext cx="9540771" cy="41191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r>
              <a:rPr lang="en-IN" sz="2200" dirty="0">
                <a:latin typeface="Times New Roman" panose="02020603050405020304" pitchFamily="18" charset="0"/>
                <a:cs typeface="Times New Roman" panose="02020603050405020304" pitchFamily="18" charset="0"/>
              </a:rPr>
              <a:t>To build an automatic attendance system using face recognition.</a:t>
            </a:r>
          </a:p>
          <a:p>
            <a:r>
              <a:rPr lang="en-IN" sz="2200" dirty="0">
                <a:latin typeface="Times New Roman" panose="02020603050405020304" pitchFamily="18" charset="0"/>
                <a:cs typeface="Times New Roman" panose="02020603050405020304" pitchFamily="18" charset="0"/>
              </a:rPr>
              <a:t>To detect and recognize students in real time with a webcam.</a:t>
            </a:r>
          </a:p>
          <a:p>
            <a:r>
              <a:rPr lang="en-IN" sz="2200" dirty="0">
                <a:latin typeface="Times New Roman" panose="02020603050405020304" pitchFamily="18" charset="0"/>
                <a:cs typeface="Times New Roman" panose="02020603050405020304" pitchFamily="18" charset="0"/>
              </a:rPr>
              <a:t>To record attendance with the exact date and time in a CSV file.</a:t>
            </a:r>
          </a:p>
          <a:p>
            <a:r>
              <a:rPr lang="en-IN" sz="2200" dirty="0">
                <a:latin typeface="Times New Roman" panose="02020603050405020304" pitchFamily="18" charset="0"/>
                <a:cs typeface="Times New Roman" panose="02020603050405020304" pitchFamily="18" charset="0"/>
              </a:rPr>
              <a:t>To reduce manual work for teachers and avoid proxy attendance.</a:t>
            </a:r>
          </a:p>
          <a:p>
            <a:r>
              <a:rPr lang="en-IN" sz="2200" dirty="0">
                <a:latin typeface="Times New Roman" panose="02020603050405020304" pitchFamily="18" charset="0"/>
                <a:cs typeface="Times New Roman" panose="02020603050405020304" pitchFamily="18" charset="0"/>
              </a:rPr>
              <a:t>To improve accuracy and make attendance faster and more reliable</a:t>
            </a:r>
            <a:r>
              <a:rPr lang="en-IN" sz="2200" dirty="0"/>
              <a:t>.</a:t>
            </a:r>
          </a:p>
        </p:txBody>
      </p:sp>
    </p:spTree>
    <p:extLst>
      <p:ext uri="{BB962C8B-B14F-4D97-AF65-F5344CB8AC3E}">
        <p14:creationId xmlns:p14="http://schemas.microsoft.com/office/powerpoint/2010/main" val="730796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C90787-0DCB-8360-9D58-70095DE15107}"/>
              </a:ext>
            </a:extLst>
          </p:cNvPr>
          <p:cNvSpPr>
            <a:spLocks noGrp="1"/>
          </p:cNvSpPr>
          <p:nvPr>
            <p:ph type="title"/>
          </p:nvPr>
        </p:nvSpPr>
        <p:spPr>
          <a:xfrm>
            <a:off x="572493" y="238539"/>
            <a:ext cx="11018520" cy="1434415"/>
          </a:xfrm>
        </p:spPr>
        <p:txBody>
          <a:bodyPr anchor="b">
            <a:normAutofit/>
          </a:bodyPr>
          <a:lstStyle/>
          <a:p>
            <a:r>
              <a:rPr lang="en-GB" b="1" dirty="0">
                <a:latin typeface="Times New Roman" panose="02020603050405020304" pitchFamily="18" charset="0"/>
                <a:cs typeface="Times New Roman" panose="02020603050405020304" pitchFamily="18" charset="0"/>
              </a:rPr>
              <a:t>Scope of the Project:</a:t>
            </a:r>
            <a:endParaRPr lang="en-IN" dirty="0">
              <a:latin typeface="Times New Roman" panose="02020603050405020304" pitchFamily="18" charset="0"/>
              <a:cs typeface="Times New Roman" panose="02020603050405020304" pitchFamily="18" charset="0"/>
            </a:endParaRP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0CCDF972-1A64-2CF0-0270-D243F64BED89}"/>
              </a:ext>
            </a:extLst>
          </p:cNvPr>
          <p:cNvSpPr>
            <a:spLocks noGrp="1" noChangeArrowheads="1"/>
          </p:cNvSpPr>
          <p:nvPr>
            <p:ph idx="1"/>
          </p:nvPr>
        </p:nvSpPr>
        <p:spPr bwMode="auto">
          <a:xfrm>
            <a:off x="572492" y="2071316"/>
            <a:ext cx="10702059" cy="41191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algn="just" fontAlgn="base">
              <a:spcAft>
                <a:spcPct val="0"/>
              </a:spcAft>
              <a:buClrTx/>
              <a:buSzTx/>
              <a:buNone/>
              <a:tabLst/>
            </a:pPr>
            <a:r>
              <a:rPr lang="en-IN" sz="2200" dirty="0">
                <a:latin typeface="Times New Roman" panose="02020603050405020304" pitchFamily="18" charset="0"/>
                <a:cs typeface="Times New Roman" panose="02020603050405020304" pitchFamily="18" charset="0"/>
              </a:rPr>
              <a:t>This project is designed mainly for classrooms where students’ images are already registered. It includes collecting student photos, training the model, detecting faces, recognizing them, and storing attendance with date and time in a CSV file. It does not cover large‑scale deployment, mobile apps, or cloud integration at this stage. The system assumes proper lighting conditions and that each student’s face is unique. Overall, the scope is to provide a simple, low‑cost, and contactless attendance solution that works reliably in a controlled classroom environment.</a:t>
            </a:r>
            <a:endParaRPr lang="en-US" altLang="en-US" sz="2200" dirty="0">
              <a:latin typeface="Times New Roman" panose="02020603050405020304" pitchFamily="18" charset="0"/>
              <a:ea typeface="+mn-lt"/>
              <a:cs typeface="Times New Roman" panose="02020603050405020304" pitchFamily="18" charset="0"/>
            </a:endParaRPr>
          </a:p>
        </p:txBody>
      </p:sp>
    </p:spTree>
    <p:extLst>
      <p:ext uri="{BB962C8B-B14F-4D97-AF65-F5344CB8AC3E}">
        <p14:creationId xmlns:p14="http://schemas.microsoft.com/office/powerpoint/2010/main" val="3492530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A2C323-31CB-3F0A-8E22-D3BF52C516E4}"/>
              </a:ext>
            </a:extLst>
          </p:cNvPr>
          <p:cNvSpPr>
            <a:spLocks noGrp="1"/>
          </p:cNvSpPr>
          <p:nvPr>
            <p:ph type="title"/>
          </p:nvPr>
        </p:nvSpPr>
        <p:spPr>
          <a:xfrm>
            <a:off x="630936" y="640080"/>
            <a:ext cx="8439912" cy="1481328"/>
          </a:xfrm>
        </p:spPr>
        <p:txBody>
          <a:bodyPr anchor="b">
            <a:normAutofit/>
          </a:bodyPr>
          <a:lstStyle/>
          <a:p>
            <a:r>
              <a:rPr lang="en-GB" sz="4200" b="1" dirty="0">
                <a:latin typeface="Times New Roman" panose="02020603050405020304" pitchFamily="18" charset="0"/>
                <a:cs typeface="Times New Roman" panose="02020603050405020304" pitchFamily="18" charset="0"/>
              </a:rPr>
              <a:t>Literature Review/ Existing System:</a:t>
            </a:r>
            <a:endParaRPr lang="en-IN" sz="4200" dirty="0"/>
          </a:p>
        </p:txBody>
      </p:sp>
      <p:sp>
        <p:nvSpPr>
          <p:cNvPr id="15"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112865FB-3B6E-8F6F-7C4B-FE83EA29652A}"/>
              </a:ext>
            </a:extLst>
          </p:cNvPr>
          <p:cNvSpPr>
            <a:spLocks noGrp="1" noChangeArrowheads="1"/>
          </p:cNvSpPr>
          <p:nvPr>
            <p:ph idx="1"/>
          </p:nvPr>
        </p:nvSpPr>
        <p:spPr bwMode="auto">
          <a:xfrm>
            <a:off x="630936" y="2660904"/>
            <a:ext cx="10826496" cy="35478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r>
              <a:rPr lang="en-IN" sz="2000" b="1" dirty="0">
                <a:latin typeface="Times New Roman" panose="02020603050405020304" pitchFamily="18" charset="0"/>
                <a:cs typeface="Times New Roman" panose="02020603050405020304" pitchFamily="18" charset="0"/>
              </a:rPr>
              <a:t>Manual registers</a:t>
            </a:r>
            <a:r>
              <a:rPr lang="en-IN" sz="2000" dirty="0">
                <a:latin typeface="Times New Roman" panose="02020603050405020304" pitchFamily="18" charset="0"/>
                <a:cs typeface="Times New Roman" panose="02020603050405020304" pitchFamily="18" charset="0"/>
              </a:rPr>
              <a:t> → slow, time‑consuming, prone to mistakes.</a:t>
            </a:r>
          </a:p>
          <a:p>
            <a:r>
              <a:rPr lang="en-IN" sz="2000" b="1" dirty="0">
                <a:latin typeface="Times New Roman" panose="02020603050405020304" pitchFamily="18" charset="0"/>
                <a:cs typeface="Times New Roman" panose="02020603050405020304" pitchFamily="18" charset="0"/>
              </a:rPr>
              <a:t>RFID cards</a:t>
            </a:r>
            <a:r>
              <a:rPr lang="en-IN" sz="2000" dirty="0">
                <a:latin typeface="Times New Roman" panose="02020603050405020304" pitchFamily="18" charset="0"/>
                <a:cs typeface="Times New Roman" panose="02020603050405020304" pitchFamily="18" charset="0"/>
              </a:rPr>
              <a:t> → faster but can be misused by swapping cards (proxy attendance).</a:t>
            </a:r>
          </a:p>
          <a:p>
            <a:r>
              <a:rPr lang="en-IN" sz="2000" b="1" dirty="0">
                <a:latin typeface="Times New Roman" panose="02020603050405020304" pitchFamily="18" charset="0"/>
                <a:cs typeface="Times New Roman" panose="02020603050405020304" pitchFamily="18" charset="0"/>
              </a:rPr>
              <a:t>Fingerprint systems</a:t>
            </a:r>
            <a:r>
              <a:rPr lang="en-IN" sz="2000" dirty="0">
                <a:latin typeface="Times New Roman" panose="02020603050405020304" pitchFamily="18" charset="0"/>
                <a:cs typeface="Times New Roman" panose="02020603050405020304" pitchFamily="18" charset="0"/>
              </a:rPr>
              <a:t> → secure but need special devices and physical contact.</a:t>
            </a:r>
          </a:p>
          <a:p>
            <a:r>
              <a:rPr lang="en-IN" sz="2000" b="1" dirty="0">
                <a:latin typeface="Times New Roman" panose="02020603050405020304" pitchFamily="18" charset="0"/>
                <a:cs typeface="Times New Roman" panose="02020603050405020304" pitchFamily="18" charset="0"/>
              </a:rPr>
              <a:t>Face recognition systems</a:t>
            </a:r>
            <a:r>
              <a:rPr lang="en-IN" sz="2000" dirty="0">
                <a:latin typeface="Times New Roman" panose="02020603050405020304" pitchFamily="18" charset="0"/>
                <a:cs typeface="Times New Roman" panose="02020603050405020304" pitchFamily="18" charset="0"/>
              </a:rPr>
              <a:t> → contactless and automatic, but many existing ones require costly hardware or complex software.</a:t>
            </a:r>
          </a:p>
          <a:p>
            <a:r>
              <a:rPr lang="en-IN" sz="2000" b="1" dirty="0">
                <a:latin typeface="Times New Roman" panose="02020603050405020304" pitchFamily="18" charset="0"/>
                <a:cs typeface="Times New Roman" panose="02020603050405020304" pitchFamily="18" charset="0"/>
              </a:rPr>
              <a:t>Gap identified</a:t>
            </a:r>
            <a:r>
              <a:rPr lang="en-IN" sz="2000" dirty="0">
                <a:latin typeface="Times New Roman" panose="02020603050405020304" pitchFamily="18" charset="0"/>
                <a:cs typeface="Times New Roman" panose="02020603050405020304" pitchFamily="18" charset="0"/>
              </a:rPr>
              <a:t> → need for a simple, affordable, and classroom‑friendly solution using basic tools like a webcam and laptop.</a:t>
            </a:r>
          </a:p>
        </p:txBody>
      </p:sp>
    </p:spTree>
    <p:extLst>
      <p:ext uri="{BB962C8B-B14F-4D97-AF65-F5344CB8AC3E}">
        <p14:creationId xmlns:p14="http://schemas.microsoft.com/office/powerpoint/2010/main" val="552407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492CB80E-F60A-9326-6528-277648B27F3F}"/>
              </a:ext>
            </a:extLst>
          </p:cNvPr>
          <p:cNvSpPr>
            <a:spLocks noGrp="1"/>
          </p:cNvSpPr>
          <p:nvPr>
            <p:ph type="title"/>
          </p:nvPr>
        </p:nvSpPr>
        <p:spPr>
          <a:xfrm>
            <a:off x="479394" y="1070800"/>
            <a:ext cx="3939688" cy="5583126"/>
          </a:xfrm>
        </p:spPr>
        <p:txBody>
          <a:bodyPr>
            <a:normAutofit/>
          </a:bodyPr>
          <a:lstStyle/>
          <a:p>
            <a:pPr algn="r"/>
            <a:r>
              <a:rPr lang="en-GB" b="1" dirty="0">
                <a:latin typeface="Times New Roman" panose="02020603050405020304" pitchFamily="18" charset="0"/>
                <a:cs typeface="Times New Roman" panose="02020603050405020304" pitchFamily="18" charset="0"/>
              </a:rPr>
              <a:t>Proposed</a:t>
            </a:r>
            <a:br>
              <a:rPr lang="en-GB" b="1" dirty="0">
                <a:latin typeface="Times New Roman" panose="02020603050405020304" pitchFamily="18" charset="0"/>
                <a:cs typeface="Times New Roman" panose="02020603050405020304" pitchFamily="18" charset="0"/>
              </a:rPr>
            </a:br>
            <a:r>
              <a:rPr lang="en-GB" b="1" dirty="0">
                <a:latin typeface="Times New Roman" panose="02020603050405020304" pitchFamily="18" charset="0"/>
                <a:cs typeface="Times New Roman" panose="02020603050405020304" pitchFamily="18" charset="0"/>
              </a:rPr>
              <a:t>System:</a:t>
            </a:r>
            <a:endParaRPr lang="en-IN" dirty="0"/>
          </a:p>
        </p:txBody>
      </p:sp>
      <p:cxnSp>
        <p:nvCxnSpPr>
          <p:cNvPr id="40" name="Straight Connector 39">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8" name="Rectangle 1">
            <a:extLst>
              <a:ext uri="{FF2B5EF4-FFF2-40B4-BE49-F238E27FC236}">
                <a16:creationId xmlns:a16="http://schemas.microsoft.com/office/drawing/2014/main" id="{020167B3-B035-2BD8-FC21-FD3736D4D630}"/>
              </a:ext>
            </a:extLst>
          </p:cNvPr>
          <p:cNvGraphicFramePr>
            <a:graphicFrameLocks noGrp="1"/>
          </p:cNvGraphicFramePr>
          <p:nvPr>
            <p:ph idx="1"/>
            <p:extLst>
              <p:ext uri="{D42A27DB-BD31-4B8C-83A1-F6EECF244321}">
                <p14:modId xmlns:p14="http://schemas.microsoft.com/office/powerpoint/2010/main" val="2870438983"/>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8180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334110-8443-B520-620A-F3C4829EB97E}"/>
              </a:ext>
            </a:extLst>
          </p:cNvPr>
          <p:cNvSpPr>
            <a:spLocks noGrp="1"/>
          </p:cNvSpPr>
          <p:nvPr>
            <p:ph type="title"/>
          </p:nvPr>
        </p:nvSpPr>
        <p:spPr>
          <a:xfrm>
            <a:off x="838200" y="556995"/>
            <a:ext cx="10515600" cy="1133693"/>
          </a:xfrm>
        </p:spPr>
        <p:txBody>
          <a:bodyPr>
            <a:normAutofit/>
          </a:bodyPr>
          <a:lstStyle/>
          <a:p>
            <a:r>
              <a:rPr lang="en-GB" sz="5200" b="1">
                <a:latin typeface="Times New Roman" panose="02020603050405020304" pitchFamily="18" charset="0"/>
                <a:cs typeface="Times New Roman" panose="02020603050405020304" pitchFamily="18" charset="0"/>
              </a:rPr>
              <a:t>Architecture:</a:t>
            </a:r>
            <a:endParaRPr lang="en-IN" sz="5200"/>
          </a:p>
        </p:txBody>
      </p:sp>
      <p:graphicFrame>
        <p:nvGraphicFramePr>
          <p:cNvPr id="6" name="Rectangle 1">
            <a:extLst>
              <a:ext uri="{FF2B5EF4-FFF2-40B4-BE49-F238E27FC236}">
                <a16:creationId xmlns:a16="http://schemas.microsoft.com/office/drawing/2014/main" id="{60BF8D46-0EEA-0C7E-6ECF-63A8CDE9DEAC}"/>
              </a:ext>
            </a:extLst>
          </p:cNvPr>
          <p:cNvGraphicFramePr>
            <a:graphicFrameLocks noGrp="1"/>
          </p:cNvGraphicFramePr>
          <p:nvPr>
            <p:ph idx="1"/>
            <p:extLst>
              <p:ext uri="{D42A27DB-BD31-4B8C-83A1-F6EECF244321}">
                <p14:modId xmlns:p14="http://schemas.microsoft.com/office/powerpoint/2010/main" val="10142245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5846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53143-E5A0-C692-2071-8CB109D4127B}"/>
              </a:ext>
            </a:extLst>
          </p:cNvPr>
          <p:cNvSpPr>
            <a:spLocks noGrp="1"/>
          </p:cNvSpPr>
          <p:nvPr>
            <p:ph type="title"/>
          </p:nvPr>
        </p:nvSpPr>
        <p:spPr>
          <a:xfrm>
            <a:off x="582168" y="520573"/>
            <a:ext cx="10515600" cy="805307"/>
          </a:xfrm>
        </p:spPr>
        <p:txBody>
          <a:bodyPr>
            <a:normAutofit fontScale="90000"/>
          </a:bodyPr>
          <a:lstStyle/>
          <a:p>
            <a:r>
              <a:rPr lang="en-GB" b="1" dirty="0">
                <a:solidFill>
                  <a:srgbClr val="2D465B"/>
                </a:solidFill>
                <a:latin typeface="Times New Roman" panose="02020603050405020304" pitchFamily="18" charset="0"/>
                <a:cs typeface="Times New Roman" panose="02020603050405020304" pitchFamily="18" charset="0"/>
              </a:rPr>
              <a:t>Methodology/Algorithms:</a:t>
            </a:r>
            <a:br>
              <a:rPr lang="en-US" b="1" dirty="0"/>
            </a:br>
            <a:endParaRPr lang="en-IN" dirty="0"/>
          </a:p>
        </p:txBody>
      </p:sp>
      <p:graphicFrame>
        <p:nvGraphicFramePr>
          <p:cNvPr id="5" name="Content Placeholder 2">
            <a:extLst>
              <a:ext uri="{FF2B5EF4-FFF2-40B4-BE49-F238E27FC236}">
                <a16:creationId xmlns:a16="http://schemas.microsoft.com/office/drawing/2014/main" id="{664534C2-1AB5-CD59-B398-8A24B93184EE}"/>
              </a:ext>
            </a:extLst>
          </p:cNvPr>
          <p:cNvGraphicFramePr>
            <a:graphicFrameLocks noGrp="1"/>
          </p:cNvGraphicFramePr>
          <p:nvPr>
            <p:ph idx="1"/>
          </p:nvPr>
        </p:nvGraphicFramePr>
        <p:xfrm>
          <a:off x="838200" y="1170432"/>
          <a:ext cx="10515600" cy="5006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8309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10A95-05EF-E3B9-D47B-4D7A2F902BC2}"/>
              </a:ext>
            </a:extLst>
          </p:cNvPr>
          <p:cNvSpPr>
            <a:spLocks noGrp="1"/>
          </p:cNvSpPr>
          <p:nvPr>
            <p:ph type="title"/>
          </p:nvPr>
        </p:nvSpPr>
        <p:spPr>
          <a:xfrm>
            <a:off x="841248" y="548640"/>
            <a:ext cx="3600860" cy="5431536"/>
          </a:xfrm>
        </p:spPr>
        <p:txBody>
          <a:bodyPr>
            <a:normAutofit/>
          </a:bodyPr>
          <a:lstStyle/>
          <a:p>
            <a:r>
              <a:rPr lang="en-GB" sz="3800" b="1">
                <a:latin typeface="Times New Roman" panose="02020603050405020304" pitchFamily="18" charset="0"/>
                <a:cs typeface="Times New Roman" panose="02020603050405020304" pitchFamily="18" charset="0"/>
              </a:rPr>
              <a:t>Implementation Details:</a:t>
            </a:r>
            <a:br>
              <a:rPr lang="en-US" sz="3800" b="1"/>
            </a:br>
            <a:endParaRPr lang="en-IN" sz="38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90A0EF61-554E-BF98-7CCC-8EA3CC0E4350}"/>
              </a:ext>
            </a:extLst>
          </p:cNvPr>
          <p:cNvSpPr>
            <a:spLocks noGrp="1"/>
          </p:cNvSpPr>
          <p:nvPr>
            <p:ph idx="1"/>
          </p:nvPr>
        </p:nvSpPr>
        <p:spPr>
          <a:xfrm>
            <a:off x="5126418" y="552091"/>
            <a:ext cx="6224335" cy="5431536"/>
          </a:xfrm>
        </p:spPr>
        <p:txBody>
          <a:bodyPr anchor="ctr">
            <a:normAutofit/>
          </a:bodyPr>
          <a:lstStyle/>
          <a:p>
            <a:pPr>
              <a:buFont typeface="Wingdings" panose="05000000000000000000" pitchFamily="2" charset="2"/>
              <a:buChar char="Ø"/>
            </a:pPr>
            <a:r>
              <a:rPr lang="en-IN" sz="2200" b="1">
                <a:latin typeface="Times New Roman" panose="02020603050405020304" pitchFamily="18" charset="0"/>
                <a:cs typeface="Times New Roman" panose="02020603050405020304" pitchFamily="18" charset="0"/>
              </a:rPr>
              <a:t>Dataset description</a:t>
            </a:r>
            <a:r>
              <a:rPr lang="en-IN" sz="2200">
                <a:latin typeface="Times New Roman" panose="02020603050405020304" pitchFamily="18" charset="0"/>
                <a:cs typeface="Times New Roman" panose="02020603050405020304" pitchFamily="18" charset="0"/>
              </a:rPr>
              <a:t> → 4–5 photos of each student were collected and stored in folders for training.</a:t>
            </a:r>
          </a:p>
          <a:p>
            <a:pPr>
              <a:buFont typeface="Wingdings" panose="05000000000000000000" pitchFamily="2" charset="2"/>
              <a:buChar char="Ø"/>
            </a:pPr>
            <a:r>
              <a:rPr lang="en-IN" sz="2200" b="1">
                <a:latin typeface="Times New Roman" panose="02020603050405020304" pitchFamily="18" charset="0"/>
                <a:cs typeface="Times New Roman" panose="02020603050405020304" pitchFamily="18" charset="0"/>
              </a:rPr>
              <a:t>Key modules</a:t>
            </a:r>
            <a:r>
              <a:rPr lang="en-IN" sz="2200">
                <a:latin typeface="Times New Roman" panose="02020603050405020304" pitchFamily="18" charset="0"/>
                <a:cs typeface="Times New Roman" panose="02020603050405020304" pitchFamily="18" charset="0"/>
              </a:rPr>
              <a:t> →</a:t>
            </a:r>
          </a:p>
          <a:p>
            <a:r>
              <a:rPr lang="en-IN" sz="2200">
                <a:latin typeface="Times New Roman" panose="02020603050405020304" pitchFamily="18" charset="0"/>
                <a:cs typeface="Times New Roman" panose="02020603050405020304" pitchFamily="18" charset="0"/>
              </a:rPr>
              <a:t> Face Detection using Haar Cascade algorithm.</a:t>
            </a:r>
          </a:p>
          <a:p>
            <a:r>
              <a:rPr lang="en-IN" sz="2200">
                <a:latin typeface="Times New Roman" panose="02020603050405020304" pitchFamily="18" charset="0"/>
                <a:cs typeface="Times New Roman" panose="02020603050405020304" pitchFamily="18" charset="0"/>
              </a:rPr>
              <a:t>Face Recognition using LBPH algorithm.</a:t>
            </a:r>
          </a:p>
          <a:p>
            <a:r>
              <a:rPr lang="en-IN" sz="2200">
                <a:latin typeface="Times New Roman" panose="02020603050405020304" pitchFamily="18" charset="0"/>
                <a:cs typeface="Times New Roman" panose="02020603050405020304" pitchFamily="18" charset="0"/>
              </a:rPr>
              <a:t>Attendance Logging that saves recognized student’s name, date, and time into a CSV file.</a:t>
            </a:r>
          </a:p>
          <a:p>
            <a:pPr marL="0" indent="0">
              <a:buNone/>
            </a:pPr>
            <a:endParaRPr lang="en-IN" sz="2200"/>
          </a:p>
          <a:p>
            <a:pPr marL="0" indent="0">
              <a:buNone/>
            </a:pPr>
            <a:endParaRPr lang="en-IN" sz="2200"/>
          </a:p>
        </p:txBody>
      </p:sp>
    </p:spTree>
    <p:extLst>
      <p:ext uri="{BB962C8B-B14F-4D97-AF65-F5344CB8AC3E}">
        <p14:creationId xmlns:p14="http://schemas.microsoft.com/office/powerpoint/2010/main" val="2496232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CA22B5-DAD9-4F3C-2CB3-1BE85FFBE7C8}"/>
              </a:ext>
            </a:extLst>
          </p:cNvPr>
          <p:cNvSpPr>
            <a:spLocks noGrp="1"/>
          </p:cNvSpPr>
          <p:nvPr>
            <p:ph type="title"/>
          </p:nvPr>
        </p:nvSpPr>
        <p:spPr>
          <a:xfrm>
            <a:off x="572493" y="238539"/>
            <a:ext cx="11018520" cy="1434415"/>
          </a:xfrm>
        </p:spPr>
        <p:txBody>
          <a:bodyPr anchor="b">
            <a:normAutofit/>
          </a:bodyPr>
          <a:lstStyle/>
          <a:p>
            <a:r>
              <a:rPr lang="en-US" sz="4600" b="1" dirty="0"/>
              <a:t>Results &amp; Output</a:t>
            </a:r>
            <a:br>
              <a:rPr lang="en-US" sz="4600" b="1" dirty="0"/>
            </a:br>
            <a:endParaRPr lang="en-IN" sz="4600" dirty="0"/>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59F14F-40C0-7C1E-F555-AA444C8104BD}"/>
              </a:ext>
            </a:extLst>
          </p:cNvPr>
          <p:cNvSpPr>
            <a:spLocks noGrp="1"/>
          </p:cNvSpPr>
          <p:nvPr>
            <p:ph idx="1"/>
          </p:nvPr>
        </p:nvSpPr>
        <p:spPr>
          <a:xfrm>
            <a:off x="572493" y="2071316"/>
            <a:ext cx="5343675" cy="4119172"/>
          </a:xfrm>
        </p:spPr>
        <p:txBody>
          <a:bodyPr anchor="t">
            <a:normAutofit/>
          </a:bodyPr>
          <a:lstStyle/>
          <a:p>
            <a:r>
              <a:rPr lang="en-IN" sz="2400" b="1" dirty="0">
                <a:latin typeface="Times New Roman" panose="02020603050405020304" pitchFamily="18" charset="0"/>
                <a:cs typeface="Times New Roman" panose="02020603050405020304" pitchFamily="18" charset="0"/>
              </a:rPr>
              <a:t>Attendance Record Example</a:t>
            </a:r>
            <a:r>
              <a:rPr lang="en-IN" sz="2400" dirty="0">
                <a:latin typeface="Times New Roman" panose="02020603050405020304" pitchFamily="18" charset="0"/>
                <a:cs typeface="Times New Roman" panose="02020603050405020304" pitchFamily="18" charset="0"/>
              </a:rPr>
              <a:t> →</a:t>
            </a:r>
          </a:p>
          <a:p>
            <a:pPr marL="0" indent="0">
              <a:buNone/>
            </a:pPr>
            <a:r>
              <a:rPr lang="en-IN" sz="2400" i="1" dirty="0">
                <a:latin typeface="Times New Roman" panose="02020603050405020304" pitchFamily="18" charset="0"/>
                <a:cs typeface="Times New Roman" panose="02020603050405020304" pitchFamily="18" charset="0"/>
              </a:rPr>
              <a:t>   Name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Rajesh_Yatham</a:t>
            </a:r>
            <a:endParaRPr lang="en-IN" sz="2400" dirty="0">
              <a:latin typeface="Times New Roman" panose="02020603050405020304" pitchFamily="18" charset="0"/>
              <a:cs typeface="Times New Roman" panose="02020603050405020304" pitchFamily="18" charset="0"/>
            </a:endParaRPr>
          </a:p>
          <a:p>
            <a:pPr marL="0" indent="0">
              <a:buNone/>
            </a:pPr>
            <a:r>
              <a:rPr lang="en-IN" sz="2400" i="1" dirty="0">
                <a:latin typeface="Times New Roman" panose="02020603050405020304" pitchFamily="18" charset="0"/>
                <a:cs typeface="Times New Roman" panose="02020603050405020304" pitchFamily="18" charset="0"/>
              </a:rPr>
              <a:t>   Date</a:t>
            </a:r>
            <a:r>
              <a:rPr lang="en-IN" sz="2400" dirty="0">
                <a:latin typeface="Times New Roman" panose="02020603050405020304" pitchFamily="18" charset="0"/>
                <a:cs typeface="Times New Roman" panose="02020603050405020304" pitchFamily="18" charset="0"/>
              </a:rPr>
              <a:t>: 02‑05‑2026</a:t>
            </a:r>
          </a:p>
          <a:p>
            <a:pPr marL="0" indent="0">
              <a:buNone/>
            </a:pPr>
            <a:r>
              <a:rPr lang="en-IN" sz="2400" i="1" dirty="0">
                <a:latin typeface="Times New Roman" panose="02020603050405020304" pitchFamily="18" charset="0"/>
                <a:cs typeface="Times New Roman" panose="02020603050405020304" pitchFamily="18" charset="0"/>
              </a:rPr>
              <a:t>   Time</a:t>
            </a:r>
            <a:r>
              <a:rPr lang="en-IN" sz="2400" dirty="0">
                <a:latin typeface="Times New Roman" panose="02020603050405020304" pitchFamily="18" charset="0"/>
                <a:cs typeface="Times New Roman" panose="02020603050405020304" pitchFamily="18" charset="0"/>
              </a:rPr>
              <a:t>: 14:03:32</a:t>
            </a:r>
          </a:p>
          <a:p>
            <a:r>
              <a:rPr lang="en-IN" sz="2400" b="1" dirty="0">
                <a:latin typeface="Times New Roman" panose="02020603050405020304" pitchFamily="18" charset="0"/>
                <a:cs typeface="Times New Roman" panose="02020603050405020304" pitchFamily="18" charset="0"/>
              </a:rPr>
              <a:t>Performance Metrics</a:t>
            </a:r>
            <a:r>
              <a:rPr lang="en-IN" sz="2400" dirty="0">
                <a:latin typeface="Times New Roman" panose="02020603050405020304" pitchFamily="18" charset="0"/>
                <a:cs typeface="Times New Roman" panose="02020603050405020304" pitchFamily="18" charset="0"/>
              </a:rPr>
              <a:t> → Recognition accuracy (e.g., percentage of correct matches) and error rate.</a:t>
            </a:r>
          </a:p>
        </p:txBody>
      </p:sp>
      <p:pic>
        <p:nvPicPr>
          <p:cNvPr id="13" name="Picture 12">
            <a:extLst>
              <a:ext uri="{FF2B5EF4-FFF2-40B4-BE49-F238E27FC236}">
                <a16:creationId xmlns:a16="http://schemas.microsoft.com/office/drawing/2014/main" id="{DBE6F295-5E72-8E39-98B3-AD6AD939396B}"/>
              </a:ext>
            </a:extLst>
          </p:cNvPr>
          <p:cNvPicPr>
            <a:picLocks noChangeAspect="1"/>
          </p:cNvPicPr>
          <p:nvPr/>
        </p:nvPicPr>
        <p:blipFill>
          <a:blip r:embed="rId2"/>
          <a:stretch>
            <a:fillRect/>
          </a:stretch>
        </p:blipFill>
        <p:spPr>
          <a:xfrm>
            <a:off x="7453661" y="1869417"/>
            <a:ext cx="3740342" cy="4750044"/>
          </a:xfrm>
          <a:prstGeom prst="rect">
            <a:avLst/>
          </a:prstGeom>
        </p:spPr>
      </p:pic>
    </p:spTree>
    <p:extLst>
      <p:ext uri="{BB962C8B-B14F-4D97-AF65-F5344CB8AC3E}">
        <p14:creationId xmlns:p14="http://schemas.microsoft.com/office/powerpoint/2010/main" val="3469966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A080EE-5896-4830-6EE7-ED6C02C69C63}"/>
              </a:ext>
            </a:extLst>
          </p:cNvPr>
          <p:cNvSpPr>
            <a:spLocks noGrp="1"/>
          </p:cNvSpPr>
          <p:nvPr>
            <p:ph type="title"/>
          </p:nvPr>
        </p:nvSpPr>
        <p:spPr>
          <a:xfrm>
            <a:off x="572493" y="238539"/>
            <a:ext cx="11018520" cy="1434415"/>
          </a:xfrm>
        </p:spPr>
        <p:txBody>
          <a:bodyPr anchor="b">
            <a:normAutofit/>
          </a:bodyPr>
          <a:lstStyle/>
          <a:p>
            <a:r>
              <a:rPr lang="en-US" b="1" dirty="0"/>
              <a:t>Testing &amp; Validation</a:t>
            </a:r>
            <a:endParaRPr lang="en-IN" dirty="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AF08F35-9185-E219-FEA3-B9B77303548D}"/>
              </a:ext>
            </a:extLst>
          </p:cNvPr>
          <p:cNvSpPr>
            <a:spLocks noGrp="1"/>
          </p:cNvSpPr>
          <p:nvPr>
            <p:ph idx="1"/>
          </p:nvPr>
        </p:nvSpPr>
        <p:spPr>
          <a:xfrm>
            <a:off x="572492" y="2071316"/>
            <a:ext cx="11278131" cy="4119172"/>
          </a:xfrm>
        </p:spPr>
        <p:txBody>
          <a:bodyPr anchor="t">
            <a:normAutofit/>
          </a:bodyPr>
          <a:lstStyle/>
          <a:p>
            <a:r>
              <a:rPr lang="en-IN" sz="1900" b="1" dirty="0">
                <a:latin typeface="Times New Roman" panose="02020603050405020304" pitchFamily="18" charset="0"/>
                <a:cs typeface="Times New Roman" panose="02020603050405020304" pitchFamily="18" charset="0"/>
              </a:rPr>
              <a:t>Types of testing performed</a:t>
            </a:r>
            <a:endParaRPr lang="en-IN" sz="1900" dirty="0">
              <a:latin typeface="Times New Roman" panose="02020603050405020304" pitchFamily="18" charset="0"/>
              <a:cs typeface="Times New Roman" panose="02020603050405020304" pitchFamily="18" charset="0"/>
            </a:endParaRPr>
          </a:p>
          <a:p>
            <a:r>
              <a:rPr lang="en-IN" sz="1900" i="1" dirty="0">
                <a:latin typeface="Times New Roman" panose="02020603050405020304" pitchFamily="18" charset="0"/>
                <a:cs typeface="Times New Roman" panose="02020603050405020304" pitchFamily="18" charset="0"/>
              </a:rPr>
              <a:t>Unit Testing</a:t>
            </a:r>
            <a:r>
              <a:rPr lang="en-IN" sz="1900" dirty="0">
                <a:latin typeface="Times New Roman" panose="02020603050405020304" pitchFamily="18" charset="0"/>
                <a:cs typeface="Times New Roman" panose="02020603050405020304" pitchFamily="18" charset="0"/>
              </a:rPr>
              <a:t> → Verified dataset loading, face detection, recognition, and CSV logging modules individually.</a:t>
            </a:r>
          </a:p>
          <a:p>
            <a:r>
              <a:rPr lang="en-IN" sz="1900" i="1" dirty="0">
                <a:latin typeface="Times New Roman" panose="02020603050405020304" pitchFamily="18" charset="0"/>
                <a:cs typeface="Times New Roman" panose="02020603050405020304" pitchFamily="18" charset="0"/>
              </a:rPr>
              <a:t>Functional Testing</a:t>
            </a:r>
            <a:r>
              <a:rPr lang="en-IN" sz="1900" dirty="0">
                <a:latin typeface="Times New Roman" panose="02020603050405020304" pitchFamily="18" charset="0"/>
                <a:cs typeface="Times New Roman" panose="02020603050405020304" pitchFamily="18" charset="0"/>
              </a:rPr>
              <a:t> → Checked that the system correctly recognized students and marked attendance.</a:t>
            </a:r>
          </a:p>
          <a:p>
            <a:r>
              <a:rPr lang="en-IN" sz="1900" i="1" dirty="0">
                <a:latin typeface="Times New Roman" panose="02020603050405020304" pitchFamily="18" charset="0"/>
                <a:cs typeface="Times New Roman" panose="02020603050405020304" pitchFamily="18" charset="0"/>
              </a:rPr>
              <a:t>Validation Testing</a:t>
            </a:r>
            <a:r>
              <a:rPr lang="en-IN" sz="1900" dirty="0">
                <a:latin typeface="Times New Roman" panose="02020603050405020304" pitchFamily="18" charset="0"/>
                <a:cs typeface="Times New Roman" panose="02020603050405020304" pitchFamily="18" charset="0"/>
              </a:rPr>
              <a:t> → Tested with new/unseen student photos to confirm recognition accuracy.</a:t>
            </a:r>
          </a:p>
          <a:p>
            <a:r>
              <a:rPr lang="en-IN" sz="1900" b="1" dirty="0">
                <a:latin typeface="Times New Roman" panose="02020603050405020304" pitchFamily="18" charset="0"/>
                <a:cs typeface="Times New Roman" panose="02020603050405020304" pitchFamily="18" charset="0"/>
              </a:rPr>
              <a:t>Test cases and outcomes</a:t>
            </a:r>
            <a:endParaRPr lang="en-IN" sz="1900" dirty="0">
              <a:latin typeface="Times New Roman" panose="02020603050405020304" pitchFamily="18" charset="0"/>
              <a:cs typeface="Times New Roman" panose="02020603050405020304" pitchFamily="18" charset="0"/>
            </a:endParaRPr>
          </a:p>
          <a:p>
            <a:r>
              <a:rPr lang="en-IN" sz="1900" dirty="0">
                <a:latin typeface="Times New Roman" panose="02020603050405020304" pitchFamily="18" charset="0"/>
                <a:cs typeface="Times New Roman" panose="02020603050405020304" pitchFamily="18" charset="0"/>
              </a:rPr>
              <a:t>Input: Registered student photo → Output: Correct recognition, attendance logged.</a:t>
            </a:r>
          </a:p>
          <a:p>
            <a:r>
              <a:rPr lang="en-IN" sz="1900" dirty="0">
                <a:latin typeface="Times New Roman" panose="02020603050405020304" pitchFamily="18" charset="0"/>
                <a:cs typeface="Times New Roman" panose="02020603050405020304" pitchFamily="18" charset="0"/>
              </a:rPr>
              <a:t>Input: Unregistered student photo → Output: No match, attendance not logged.</a:t>
            </a:r>
          </a:p>
        </p:txBody>
      </p:sp>
    </p:spTree>
    <p:extLst>
      <p:ext uri="{BB962C8B-B14F-4D97-AF65-F5344CB8AC3E}">
        <p14:creationId xmlns:p14="http://schemas.microsoft.com/office/powerpoint/2010/main" val="2653442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1C7E16-2757-A296-F309-9E78C21EC0F6}"/>
              </a:ext>
            </a:extLst>
          </p:cNvPr>
          <p:cNvSpPr>
            <a:spLocks noGrp="1"/>
          </p:cNvSpPr>
          <p:nvPr>
            <p:ph type="title"/>
          </p:nvPr>
        </p:nvSpPr>
        <p:spPr>
          <a:xfrm>
            <a:off x="572493" y="238539"/>
            <a:ext cx="11018520" cy="1434415"/>
          </a:xfrm>
        </p:spPr>
        <p:txBody>
          <a:bodyPr anchor="b">
            <a:normAutofit/>
          </a:bodyPr>
          <a:lstStyle/>
          <a:p>
            <a:r>
              <a:rPr lang="en-US" sz="4600" b="1"/>
              <a:t>Conclusion and Future enhancements</a:t>
            </a:r>
            <a:br>
              <a:rPr lang="en-US" sz="4600" b="1"/>
            </a:br>
            <a:endParaRPr lang="en-IN" sz="460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89388FA-C02B-A761-959B-F50D46F3D3E2}"/>
              </a:ext>
            </a:extLst>
          </p:cNvPr>
          <p:cNvSpPr>
            <a:spLocks noGrp="1"/>
          </p:cNvSpPr>
          <p:nvPr>
            <p:ph idx="1"/>
          </p:nvPr>
        </p:nvSpPr>
        <p:spPr>
          <a:xfrm>
            <a:off x="572492" y="1809560"/>
            <a:ext cx="9440187" cy="4380928"/>
          </a:xfrm>
        </p:spPr>
        <p:txBody>
          <a:bodyPr anchor="t">
            <a:noAutofit/>
          </a:bodyPr>
          <a:lstStyle/>
          <a:p>
            <a:r>
              <a:rPr lang="en-IN" sz="1600" b="1" dirty="0">
                <a:latin typeface="Times New Roman" panose="02020603050405020304" pitchFamily="18" charset="0"/>
                <a:cs typeface="Times New Roman" panose="02020603050405020304" pitchFamily="18" charset="0"/>
              </a:rPr>
              <a:t>Summary of work done:</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Built a photo‑based face recognition attendance system.</a:t>
            </a:r>
          </a:p>
          <a:p>
            <a:r>
              <a:rPr lang="en-IN" sz="1600" dirty="0">
                <a:latin typeface="Times New Roman" panose="02020603050405020304" pitchFamily="18" charset="0"/>
                <a:cs typeface="Times New Roman" panose="02020603050405020304" pitchFamily="18" charset="0"/>
              </a:rPr>
              <a:t>Used Haar Cascade for face detection and LBPH for face recognition.</a:t>
            </a:r>
          </a:p>
          <a:p>
            <a:r>
              <a:rPr lang="en-IN" sz="1600" dirty="0">
                <a:latin typeface="Times New Roman" panose="02020603050405020304" pitchFamily="18" charset="0"/>
                <a:cs typeface="Times New Roman" panose="02020603050405020304" pitchFamily="18" charset="0"/>
              </a:rPr>
              <a:t>Stored attendance records (name, date, time) in a CSV file.</a:t>
            </a:r>
          </a:p>
          <a:p>
            <a:r>
              <a:rPr lang="en-IN" sz="1600" dirty="0">
                <a:latin typeface="Times New Roman" panose="02020603050405020304" pitchFamily="18" charset="0"/>
                <a:cs typeface="Times New Roman" panose="02020603050405020304" pitchFamily="18" charset="0"/>
              </a:rPr>
              <a:t>Tested with multiple student photos and achieved reliable recognition.</a:t>
            </a:r>
          </a:p>
          <a:p>
            <a:r>
              <a:rPr lang="en-IN" sz="1600" b="1" dirty="0">
                <a:latin typeface="Times New Roman" panose="02020603050405020304" pitchFamily="18" charset="0"/>
                <a:cs typeface="Times New Roman" panose="02020603050405020304" pitchFamily="18" charset="0"/>
              </a:rPr>
              <a:t>Achievement of objectives: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Automated attendance marking without manual registers.</a:t>
            </a:r>
          </a:p>
          <a:p>
            <a:r>
              <a:rPr lang="en-IN" sz="1600" dirty="0">
                <a:latin typeface="Times New Roman" panose="02020603050405020304" pitchFamily="18" charset="0"/>
                <a:cs typeface="Times New Roman" panose="02020603050405020304" pitchFamily="18" charset="0"/>
              </a:rPr>
              <a:t>Reduced chances of proxy attendance compared to RFID or manual methods.</a:t>
            </a:r>
          </a:p>
          <a:p>
            <a:r>
              <a:rPr lang="en-IN" sz="1600" dirty="0">
                <a:latin typeface="Times New Roman" panose="02020603050405020304" pitchFamily="18" charset="0"/>
                <a:cs typeface="Times New Roman" panose="02020603050405020304" pitchFamily="18" charset="0"/>
              </a:rPr>
              <a:t>Delivered a low‑cost, contactless solution suitable for classrooms.</a:t>
            </a:r>
          </a:p>
          <a:p>
            <a:r>
              <a:rPr lang="en-IN" sz="1600" b="1" dirty="0">
                <a:latin typeface="Times New Roman" panose="02020603050405020304" pitchFamily="18" charset="0"/>
                <a:cs typeface="Times New Roman" panose="02020603050405020304" pitchFamily="18" charset="0"/>
              </a:rPr>
              <a:t>Future enhancements: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Expand dataset with more photos per student for higher accuracy.</a:t>
            </a:r>
          </a:p>
          <a:p>
            <a:r>
              <a:rPr lang="en-IN" sz="1600" dirty="0">
                <a:latin typeface="Times New Roman" panose="02020603050405020304" pitchFamily="18" charset="0"/>
                <a:cs typeface="Times New Roman" panose="02020603050405020304" pitchFamily="18" charset="0"/>
              </a:rPr>
              <a:t>Add a user interface for easier operation.</a:t>
            </a:r>
          </a:p>
          <a:p>
            <a:r>
              <a:rPr lang="en-IN" sz="1600" dirty="0">
                <a:latin typeface="Times New Roman" panose="02020603050405020304" pitchFamily="18" charset="0"/>
                <a:cs typeface="Times New Roman" panose="02020603050405020304" pitchFamily="18" charset="0"/>
              </a:rPr>
              <a:t>Integrate with databases or cloud storage for scalability.</a:t>
            </a:r>
          </a:p>
          <a:p>
            <a:r>
              <a:rPr lang="en-IN" sz="1600" dirty="0">
                <a:latin typeface="Times New Roman" panose="02020603050405020304" pitchFamily="18" charset="0"/>
                <a:cs typeface="Times New Roman" panose="02020603050405020304" pitchFamily="18" charset="0"/>
              </a:rPr>
              <a:t>Explore real‑time recognition using webcam/live feed.</a:t>
            </a:r>
          </a:p>
        </p:txBody>
      </p:sp>
    </p:spTree>
    <p:extLst>
      <p:ext uri="{BB962C8B-B14F-4D97-AF65-F5344CB8AC3E}">
        <p14:creationId xmlns:p14="http://schemas.microsoft.com/office/powerpoint/2010/main" val="2962309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73;p45">
            <a:extLst>
              <a:ext uri="{FF2B5EF4-FFF2-40B4-BE49-F238E27FC236}">
                <a16:creationId xmlns:a16="http://schemas.microsoft.com/office/drawing/2014/main" id="{F119F7B5-8996-74D0-D675-B3E830E55507}"/>
              </a:ext>
            </a:extLst>
          </p:cNvPr>
          <p:cNvSpPr/>
          <p:nvPr/>
        </p:nvSpPr>
        <p:spPr>
          <a:xfrm>
            <a:off x="0" y="0"/>
            <a:ext cx="12192000" cy="6858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 name="Google Shape;275;p45">
            <a:extLst>
              <a:ext uri="{FF2B5EF4-FFF2-40B4-BE49-F238E27FC236}">
                <a16:creationId xmlns:a16="http://schemas.microsoft.com/office/drawing/2014/main" id="{288AC0D7-D3B1-C33A-F770-AD6D41F3C5EA}"/>
              </a:ext>
            </a:extLst>
          </p:cNvPr>
          <p:cNvSpPr txBox="1"/>
          <p:nvPr/>
        </p:nvSpPr>
        <p:spPr>
          <a:xfrm>
            <a:off x="2174226" y="2437949"/>
            <a:ext cx="7843548" cy="19580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0" b="1" dirty="0">
                <a:solidFill>
                  <a:schemeClr val="lt1"/>
                </a:solidFill>
                <a:latin typeface="Calibri"/>
                <a:ea typeface="Calibri"/>
                <a:cs typeface="Calibri"/>
                <a:sym typeface="Calibri"/>
              </a:rPr>
              <a:t>THANK YOU</a:t>
            </a:r>
          </a:p>
        </p:txBody>
      </p:sp>
      <p:sp>
        <p:nvSpPr>
          <p:cNvPr id="6" name="Google Shape;256;p43">
            <a:extLst>
              <a:ext uri="{FF2B5EF4-FFF2-40B4-BE49-F238E27FC236}">
                <a16:creationId xmlns:a16="http://schemas.microsoft.com/office/drawing/2014/main" id="{98AF74DC-B04C-13C6-06C9-9F38C088055B}"/>
              </a:ext>
            </a:extLst>
          </p:cNvPr>
          <p:cNvSpPr txBox="1"/>
          <p:nvPr/>
        </p:nvSpPr>
        <p:spPr>
          <a:xfrm>
            <a:off x="4632900" y="4242087"/>
            <a:ext cx="29262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dirty="0">
                <a:solidFill>
                  <a:schemeClr val="lt1"/>
                </a:solidFill>
                <a:latin typeface="Arial"/>
                <a:ea typeface="Arial"/>
                <a:cs typeface="Arial"/>
                <a:sym typeface="Arial"/>
              </a:rPr>
              <a:t>onlineamrita.com</a:t>
            </a:r>
          </a:p>
        </p:txBody>
      </p:sp>
    </p:spTree>
    <p:extLst>
      <p:ext uri="{BB962C8B-B14F-4D97-AF65-F5344CB8AC3E}">
        <p14:creationId xmlns:p14="http://schemas.microsoft.com/office/powerpoint/2010/main" val="3898748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2474</TotalTime>
  <Words>1281</Words>
  <Application>Microsoft Office PowerPoint</Application>
  <PresentationFormat>Widescreen</PresentationFormat>
  <Paragraphs>112</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Aptos Display</vt:lpstr>
      <vt:lpstr>Arial</vt:lpstr>
      <vt:lpstr>Calibri</vt:lpstr>
      <vt:lpstr>Montserrat</vt:lpstr>
      <vt:lpstr>Montserrat Bold</vt:lpstr>
      <vt:lpstr>Times New Roman</vt:lpstr>
      <vt:lpstr>Wingdings</vt:lpstr>
      <vt:lpstr>Office Theme</vt:lpstr>
      <vt:lpstr>PowerPoint Presentation</vt:lpstr>
      <vt:lpstr>PowerPoint Presentation</vt:lpstr>
      <vt:lpstr>Introduction:</vt:lpstr>
      <vt:lpstr>Problem Statement:</vt:lpstr>
      <vt:lpstr>Objectives:</vt:lpstr>
      <vt:lpstr>Scope of the Project:</vt:lpstr>
      <vt:lpstr>Literature Review/ Existing System:</vt:lpstr>
      <vt:lpstr>Proposed System:</vt:lpstr>
      <vt:lpstr>Architecture:</vt:lpstr>
      <vt:lpstr>Methodology/Algorithms: </vt:lpstr>
      <vt:lpstr>Implementation Details: </vt:lpstr>
      <vt:lpstr>Results &amp; Output </vt:lpstr>
      <vt:lpstr>Testing &amp; Validation</vt:lpstr>
      <vt:lpstr>Conclusion and Future enhancements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Jayakumar TS - Amrita AHEAD</dc:creator>
  <cp:lastModifiedBy>Mommineedi, Lochana (Cognizant)</cp:lastModifiedBy>
  <cp:revision>84</cp:revision>
  <dcterms:created xsi:type="dcterms:W3CDTF">2024-11-25T04:24:19Z</dcterms:created>
  <dcterms:modified xsi:type="dcterms:W3CDTF">2026-08-13T06:29:13Z</dcterms:modified>
</cp:coreProperties>
</file>